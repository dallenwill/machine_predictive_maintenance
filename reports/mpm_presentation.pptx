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docMetadata/LabelInfo.xml" ContentType="application/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media/image5.png" ContentType="image/png"/>
  <Override PartName="/ppt/media/image3.png" ContentType="image/png"/>
  <Override PartName="/ppt/media/image4.svg" ContentType="image/svg"/>
  <Override PartName="/ppt/media/image7.png" ContentType="image/png"/>
  <Override PartName="/ppt/media/image11.png" ContentType="image/png"/>
  <Override PartName="/ppt/media/image6.svg" ContentType="image/svg"/>
  <Override PartName="/ppt/media/image9.png" ContentType="image/png"/>
  <Override PartName="/ppt/media/image8.svg" ContentType="image/svg"/>
  <Override PartName="/ppt/media/image10.png" ContentType="image/png"/>
  <Override PartName="/ppt/media/image12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</p:sld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</p:sldIdLst>
  <p:sldSz cx="12192000" cy="6858000"/>
  <p:notesSz cx="13716000" cy="2438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7120" y="327960"/>
            <a:ext cx="4550400" cy="24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B3A951-D075-4DB9-80D5-C87CA40717C5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09961A-A054-42AE-B21E-2A80AC5FAC43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52DE183-4917-4CE6-B2E0-E0FCB2A0503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DBF177-5182-4639-A7C9-EBF2E1BA694C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527120" y="327960"/>
            <a:ext cx="4550400" cy="24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1A89C7A-F007-436B-9D0F-2A252AB1D6A9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7120" y="327960"/>
            <a:ext cx="4550400" cy="24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D6DF00E-6D61-4883-AD12-252A58F7955E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527120" y="327960"/>
            <a:ext cx="4550400" cy="24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72471E7-53FF-4AE4-8392-F1D53A77F5C4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8D66A4A-05D2-426C-AABE-B61CF1626C82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EF0E6F50-B9D7-4811-B9E6-01C254399873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6F6143F-9EAD-44D7-AA1E-F82A5488BAAF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527120" y="327960"/>
            <a:ext cx="4550400" cy="24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094BB80-DED7-4BDA-90D4-97197042611D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DBAF890E-A006-4AF5-8F02-997D878F65A5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BE12A31-37C1-4FEB-9EBA-5DF8B675937C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89BA0447-45A5-4CD7-BB8C-46C06C1FBE12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B1C1E63-F9AD-4FF5-AC0D-7D48392DD2CF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0CBE670-D121-42AE-B714-E0D1A3000E1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600" cy="6876720"/>
          </a:xfrm>
          <a:custGeom>
            <a:avLst/>
            <a:gdLst>
              <a:gd name="textAreaLeft" fmla="*/ 0 w 5295600"/>
              <a:gd name="textAreaRight" fmla="*/ 5295960 w 5295600"/>
              <a:gd name="textAreaTop" fmla="*/ 0 h 6876720"/>
              <a:gd name="textAreaBottom" fmla="*/ 6877080 h 6876720"/>
            </a:gdLst>
            <a:ahLst/>
            <a:rect l="textAreaLeft" t="textAreaTop" r="textAreaRight" b="textAreaBottom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" name="Freeform: 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0200" y="1173240"/>
            <a:ext cx="9191160" cy="5704560"/>
          </a:xfrm>
          <a:custGeom>
            <a:avLst/>
            <a:gdLst>
              <a:gd name="textAreaLeft" fmla="*/ 0 w 9191160"/>
              <a:gd name="textAreaRight" fmla="*/ 9191520 w 9191160"/>
              <a:gd name="textAreaTop" fmla="*/ 0 h 5704560"/>
              <a:gd name="textAreaBottom" fmla="*/ 5704920 h 5704560"/>
            </a:gdLst>
            <a:ahLst/>
            <a:rect l="textAreaLeft" t="textAreaTop" r="textAreaRight" b="textAreaBottom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2" name="Freeform: 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95760" y="0"/>
            <a:ext cx="6802920" cy="5396040"/>
          </a:xfrm>
          <a:custGeom>
            <a:avLst/>
            <a:gdLst>
              <a:gd name="textAreaLeft" fmla="*/ 0 w 6802920"/>
              <a:gd name="textAreaRight" fmla="*/ 6803280 w 6802920"/>
              <a:gd name="textAreaTop" fmla="*/ 0 h 5396040"/>
              <a:gd name="textAreaBottom" fmla="*/ 5396400 h 5396040"/>
            </a:gdLst>
            <a:ahLst/>
            <a:rect l="textAreaLeft" t="textAreaTop" r="textAreaRight" b="textAreaBottom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403080" y="69480"/>
            <a:ext cx="5385600" cy="313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b">
            <a:noAutofit/>
          </a:bodyPr>
          <a:p>
            <a:pPr indent="0" algn="ctr" defTabSz="914400">
              <a:lnSpc>
                <a:spcPts val="4876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Click to edit the outline text format</a:t>
            </a:r>
            <a:endParaRPr b="0" lang="en-US" sz="2800" spc="-1" strike="noStrike">
              <a:solidFill>
                <a:schemeClr val="accent6"/>
              </a:solidFill>
              <a:latin typeface="Sabon Next LT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Second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Third Outline Level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Fourth Outline Level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Fifth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Sixth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Seventh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58880" y="701640"/>
            <a:ext cx="10670760" cy="144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1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2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2EC0F7-9C1E-4488-93BF-69C5CB369902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Oval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29840" y="2370240"/>
            <a:ext cx="722160" cy="722160"/>
          </a:xfrm>
          <a:prstGeom prst="ellipse">
            <a:avLst/>
          </a:prstGeom>
          <a:noFill/>
          <a:ln w="25400">
            <a:solidFill>
              <a:srgbClr val="f5cd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1339200" y="2379240"/>
            <a:ext cx="703800" cy="703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85440" y="2758320"/>
            <a:ext cx="2011320" cy="2826360"/>
          </a:xfrm>
          <a:prstGeom prst="rect">
            <a:avLst/>
          </a:prstGeom>
          <a:noFill/>
          <a:ln w="12600">
            <a:solidFill>
              <a:schemeClr val="accent1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3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440" y="4064760"/>
            <a:ext cx="2011320" cy="1517400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body"/>
          </p:nvPr>
        </p:nvSpPr>
        <p:spPr>
          <a:xfrm>
            <a:off x="731160" y="4156920"/>
            <a:ext cx="19198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5" name="Oval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5640" y="2373120"/>
            <a:ext cx="722160" cy="722160"/>
          </a:xfrm>
          <a:prstGeom prst="ellipse">
            <a:avLst/>
          </a:prstGeom>
          <a:noFill/>
          <a:ln w="25400">
            <a:solidFill>
              <a:srgbClr val="aac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16" name="PlaceHolder 7"/>
          <p:cNvSpPr>
            <a:spLocks noGrp="1"/>
          </p:cNvSpPr>
          <p:nvPr>
            <p:ph type="body"/>
          </p:nvPr>
        </p:nvSpPr>
        <p:spPr>
          <a:xfrm>
            <a:off x="3554640" y="2379240"/>
            <a:ext cx="703800" cy="70380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7" name="PlaceHolder 8"/>
          <p:cNvSpPr>
            <a:spLocks noGrp="1"/>
          </p:cNvSpPr>
          <p:nvPr>
            <p:ph type="body"/>
          </p:nvPr>
        </p:nvSpPr>
        <p:spPr>
          <a:xfrm>
            <a:off x="2900880" y="2756520"/>
            <a:ext cx="2011320" cy="2828160"/>
          </a:xfrm>
          <a:prstGeom prst="rect">
            <a:avLst/>
          </a:prstGeom>
          <a:noFill/>
          <a:ln w="12600">
            <a:solidFill>
              <a:schemeClr val="accent3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8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00880" y="4064760"/>
            <a:ext cx="2011320" cy="1517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19" name="PlaceHolder 9"/>
          <p:cNvSpPr>
            <a:spLocks noGrp="1"/>
          </p:cNvSpPr>
          <p:nvPr>
            <p:ph type="body"/>
          </p:nvPr>
        </p:nvSpPr>
        <p:spPr>
          <a:xfrm>
            <a:off x="2946600" y="4156920"/>
            <a:ext cx="19198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" name="Oval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61080" y="2373120"/>
            <a:ext cx="722160" cy="722160"/>
          </a:xfrm>
          <a:prstGeom prst="ellipse">
            <a:avLst/>
          </a:prstGeom>
          <a:noFill/>
          <a:ln w="25400">
            <a:solidFill>
              <a:srgbClr val="f5cd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1" name="PlaceHolder 10"/>
          <p:cNvSpPr>
            <a:spLocks noGrp="1"/>
          </p:cNvSpPr>
          <p:nvPr>
            <p:ph type="body"/>
          </p:nvPr>
        </p:nvSpPr>
        <p:spPr>
          <a:xfrm>
            <a:off x="5770440" y="2379240"/>
            <a:ext cx="703800" cy="703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2" name="PlaceHolder 11"/>
          <p:cNvSpPr>
            <a:spLocks noGrp="1"/>
          </p:cNvSpPr>
          <p:nvPr>
            <p:ph type="body"/>
          </p:nvPr>
        </p:nvSpPr>
        <p:spPr>
          <a:xfrm>
            <a:off x="5116320" y="2756520"/>
            <a:ext cx="2011320" cy="2828160"/>
          </a:xfrm>
          <a:prstGeom prst="rect">
            <a:avLst/>
          </a:prstGeom>
          <a:noFill/>
          <a:ln w="12600">
            <a:solidFill>
              <a:schemeClr val="accent1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3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16320" y="4064760"/>
            <a:ext cx="2011320" cy="1517400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4" name="PlaceHolder 12"/>
          <p:cNvSpPr>
            <a:spLocks noGrp="1"/>
          </p:cNvSpPr>
          <p:nvPr>
            <p:ph type="body"/>
          </p:nvPr>
        </p:nvSpPr>
        <p:spPr>
          <a:xfrm>
            <a:off x="5162040" y="4156920"/>
            <a:ext cx="19198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5" name="Oval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6880" y="2373120"/>
            <a:ext cx="722160" cy="722160"/>
          </a:xfrm>
          <a:prstGeom prst="ellipse">
            <a:avLst/>
          </a:prstGeom>
          <a:noFill/>
          <a:ln w="25400">
            <a:solidFill>
              <a:srgbClr val="aac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6" name="PlaceHolder 13"/>
          <p:cNvSpPr>
            <a:spLocks noGrp="1"/>
          </p:cNvSpPr>
          <p:nvPr>
            <p:ph type="body"/>
          </p:nvPr>
        </p:nvSpPr>
        <p:spPr>
          <a:xfrm>
            <a:off x="7985880" y="2379240"/>
            <a:ext cx="703800" cy="70380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7" name="PlaceHolder 14"/>
          <p:cNvSpPr>
            <a:spLocks noGrp="1"/>
          </p:cNvSpPr>
          <p:nvPr>
            <p:ph type="body"/>
          </p:nvPr>
        </p:nvSpPr>
        <p:spPr>
          <a:xfrm>
            <a:off x="7332120" y="2758320"/>
            <a:ext cx="2011320" cy="2826360"/>
          </a:xfrm>
          <a:prstGeom prst="rect">
            <a:avLst/>
          </a:prstGeom>
          <a:noFill/>
          <a:ln w="12600">
            <a:solidFill>
              <a:schemeClr val="accent3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8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2120" y="4064760"/>
            <a:ext cx="2011320" cy="1517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29" name="PlaceHolder 15"/>
          <p:cNvSpPr>
            <a:spLocks noGrp="1"/>
          </p:cNvSpPr>
          <p:nvPr>
            <p:ph type="body"/>
          </p:nvPr>
        </p:nvSpPr>
        <p:spPr>
          <a:xfrm>
            <a:off x="7377840" y="4156920"/>
            <a:ext cx="19198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30" name="Oval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90160" y="2373120"/>
            <a:ext cx="722160" cy="722160"/>
          </a:xfrm>
          <a:prstGeom prst="ellipse">
            <a:avLst/>
          </a:prstGeom>
          <a:noFill/>
          <a:ln w="25400">
            <a:solidFill>
              <a:srgbClr val="f5cd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31" name="PlaceHolder 16"/>
          <p:cNvSpPr>
            <a:spLocks noGrp="1"/>
          </p:cNvSpPr>
          <p:nvPr>
            <p:ph type="body"/>
          </p:nvPr>
        </p:nvSpPr>
        <p:spPr>
          <a:xfrm>
            <a:off x="10201320" y="2379240"/>
            <a:ext cx="703800" cy="703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32" name="PlaceHolder 17"/>
          <p:cNvSpPr>
            <a:spLocks noGrp="1"/>
          </p:cNvSpPr>
          <p:nvPr>
            <p:ph type="body"/>
          </p:nvPr>
        </p:nvSpPr>
        <p:spPr>
          <a:xfrm>
            <a:off x="9547560" y="2758320"/>
            <a:ext cx="2011320" cy="2826360"/>
          </a:xfrm>
          <a:prstGeom prst="rect">
            <a:avLst/>
          </a:prstGeom>
          <a:noFill/>
          <a:ln w="12600">
            <a:solidFill>
              <a:schemeClr val="accent1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33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47560" y="4064760"/>
            <a:ext cx="2011320" cy="1517400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34" name="PlaceHolder 18"/>
          <p:cNvSpPr>
            <a:spLocks noGrp="1"/>
          </p:cNvSpPr>
          <p:nvPr>
            <p:ph type="body"/>
          </p:nvPr>
        </p:nvSpPr>
        <p:spPr>
          <a:xfrm>
            <a:off x="9593280" y="4156920"/>
            <a:ext cx="19198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38240" cy="2857680"/>
          </a:xfrm>
          <a:custGeom>
            <a:avLst/>
            <a:gdLst>
              <a:gd name="textAreaLeft" fmla="*/ 0 w 2838240"/>
              <a:gd name="textAreaRight" fmla="*/ 2838600 w 2838240"/>
              <a:gd name="textAreaTop" fmla="*/ 0 h 2857680"/>
              <a:gd name="textAreaBottom" fmla="*/ 2858040 h 2857680"/>
            </a:gdLst>
            <a:ahLst/>
            <a:rect l="textAreaLeft" t="textAreaTop" r="textAreaRight" b="textAreaBottom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36" name="Freeform: 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970280" cy="1990080"/>
          </a:xfrm>
          <a:custGeom>
            <a:avLst/>
            <a:gdLst>
              <a:gd name="textAreaLeft" fmla="*/ 0 w 1970280"/>
              <a:gd name="textAreaRight" fmla="*/ 1970640 w 1970280"/>
              <a:gd name="textAreaTop" fmla="*/ 0 h 1990080"/>
              <a:gd name="textAreaBottom" fmla="*/ 1990440 h 1990080"/>
            </a:gdLst>
            <a:ahLst/>
            <a:rect l="textAreaLeft" t="textAreaTop" r="textAreaRight" b="textAreaBottom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37" name="Freeform: 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02960" cy="1012680"/>
          </a:xfrm>
          <a:custGeom>
            <a:avLst/>
            <a:gdLst>
              <a:gd name="textAreaLeft" fmla="*/ 0 w 1002960"/>
              <a:gd name="textAreaRight" fmla="*/ 1003320 w 1002960"/>
              <a:gd name="textAreaTop" fmla="*/ 0 h 1012680"/>
              <a:gd name="textAreaBottom" fmla="*/ 1013040 h 1012680"/>
            </a:gdLst>
            <a:ahLst/>
            <a:rect l="textAreaLeft" t="textAreaTop" r="textAreaRight" b="textAreaBottom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58880" y="731520"/>
            <a:ext cx="10670760" cy="212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3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85EE15-2D78-406C-BBDA-0DF05590303F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58360" y="590040"/>
            <a:ext cx="774720" cy="774720"/>
          </a:xfrm>
          <a:custGeom>
            <a:avLst/>
            <a:gdLst>
              <a:gd name="textAreaLeft" fmla="*/ 0 w 774720"/>
              <a:gd name="textAreaRight" fmla="*/ 775080 w 774720"/>
              <a:gd name="textAreaTop" fmla="*/ 0 h 774720"/>
              <a:gd name="textAreaBottom" fmla="*/ 775080 h 774720"/>
            </a:gdLst>
            <a:ahLst/>
            <a:rect l="textAreaLeft" t="textAreaTop" r="textAreaRight" b="textAreaBottom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85440" y="3017520"/>
            <a:ext cx="1992960" cy="5572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MMM YYYY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2900880" y="3017520"/>
            <a:ext cx="1992960" cy="5572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MMM YYYY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5116320" y="3017520"/>
            <a:ext cx="1992960" cy="5572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MMM YYYY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7332120" y="3017520"/>
            <a:ext cx="1992960" cy="5572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MMM YYYY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body"/>
          </p:nvPr>
        </p:nvSpPr>
        <p:spPr>
          <a:xfrm>
            <a:off x="9547560" y="3017520"/>
            <a:ext cx="1992960" cy="5572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MMM YYYY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cxnSp>
        <p:nvCxnSpPr>
          <p:cNvPr id="46" name="Straight Connector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39080" y="4187520"/>
            <a:ext cx="10812960" cy="360"/>
          </a:xfrm>
          <a:prstGeom prst="straightConnector1">
            <a:avLst/>
          </a:prstGeom>
          <a:ln w="12700">
            <a:solidFill>
              <a:srgbClr val="de8c8c">
                <a:lumMod val="40000"/>
                <a:lumOff val="60000"/>
              </a:srgbClr>
            </a:solidFill>
          </a:ln>
        </p:spPr>
      </p:cxnSp>
      <p:sp>
        <p:nvSpPr>
          <p:cNvPr id="47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1669320" y="4056840"/>
            <a:ext cx="81360" cy="26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48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881160" y="4056840"/>
            <a:ext cx="81360" cy="261000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49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6044760" y="4056840"/>
            <a:ext cx="81360" cy="26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50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264520" y="4056840"/>
            <a:ext cx="81360" cy="261000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5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10475280" y="4056840"/>
            <a:ext cx="81360" cy="26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body"/>
          </p:nvPr>
        </p:nvSpPr>
        <p:spPr>
          <a:xfrm>
            <a:off x="685440" y="4745880"/>
            <a:ext cx="1992960" cy="795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53" name="PlaceHolder 9"/>
          <p:cNvSpPr>
            <a:spLocks noGrp="1"/>
          </p:cNvSpPr>
          <p:nvPr>
            <p:ph type="body"/>
          </p:nvPr>
        </p:nvSpPr>
        <p:spPr>
          <a:xfrm>
            <a:off x="2900880" y="4745880"/>
            <a:ext cx="1992960" cy="795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54" name="PlaceHolder 10"/>
          <p:cNvSpPr>
            <a:spLocks noGrp="1"/>
          </p:cNvSpPr>
          <p:nvPr>
            <p:ph type="body"/>
          </p:nvPr>
        </p:nvSpPr>
        <p:spPr>
          <a:xfrm>
            <a:off x="5116320" y="4745880"/>
            <a:ext cx="1992960" cy="795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55" name="PlaceHolder 11"/>
          <p:cNvSpPr>
            <a:spLocks noGrp="1"/>
          </p:cNvSpPr>
          <p:nvPr>
            <p:ph type="body"/>
          </p:nvPr>
        </p:nvSpPr>
        <p:spPr>
          <a:xfrm>
            <a:off x="7332120" y="4745880"/>
            <a:ext cx="1992960" cy="795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56" name="PlaceHolder 12"/>
          <p:cNvSpPr>
            <a:spLocks noGrp="1"/>
          </p:cNvSpPr>
          <p:nvPr>
            <p:ph type="body"/>
          </p:nvPr>
        </p:nvSpPr>
        <p:spPr>
          <a:xfrm>
            <a:off x="9547560" y="4745880"/>
            <a:ext cx="1992960" cy="7952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986640" y="701640"/>
            <a:ext cx="7439040" cy="13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4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0CD183-BAA0-419A-BD0C-43448AC4858E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5400" y="-2880"/>
            <a:ext cx="3443040" cy="6891120"/>
          </a:xfrm>
          <a:custGeom>
            <a:avLst/>
            <a:gdLst>
              <a:gd name="textAreaLeft" fmla="*/ 0 w 3443040"/>
              <a:gd name="textAreaRight" fmla="*/ 3443400 w 3443040"/>
              <a:gd name="textAreaTop" fmla="*/ 0 h 6891120"/>
              <a:gd name="textAreaBottom" fmla="*/ 6891480 h 6891120"/>
            </a:gdLst>
            <a:ahLst/>
            <a:rect l="textAreaLeft" t="textAreaTop" r="textAreaRight" b="textAreaBottom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pic>
        <p:nvPicPr>
          <p:cNvPr id="60" name="Image 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03160" y="-2880"/>
            <a:ext cx="1734120" cy="5167080"/>
          </a:xfrm>
          <a:prstGeom prst="rect">
            <a:avLst/>
          </a:prstGeom>
          <a:ln w="0">
            <a:noFill/>
          </a:ln>
        </p:spPr>
      </p:pic>
      <p:sp>
        <p:nvSpPr>
          <p:cNvPr id="61" name="Freeform: Shape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520" y="-2880"/>
            <a:ext cx="1715760" cy="1720440"/>
          </a:xfrm>
          <a:custGeom>
            <a:avLst/>
            <a:gdLst>
              <a:gd name="textAreaLeft" fmla="*/ 0 w 1715760"/>
              <a:gd name="textAreaRight" fmla="*/ 1716120 w 1715760"/>
              <a:gd name="textAreaTop" fmla="*/ 0 h 1720440"/>
              <a:gd name="textAreaBottom" fmla="*/ 1720800 h 1720440"/>
            </a:gdLst>
            <a:ahLst/>
            <a:rect l="textAreaLeft" t="textAreaTop" r="textAreaRight" b="textAreaBottom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62" name="Imag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5400" y="3440520"/>
            <a:ext cx="3443040" cy="3447720"/>
          </a:xfrm>
          <a:custGeom>
            <a:avLst/>
            <a:gdLst>
              <a:gd name="textAreaLeft" fmla="*/ 0 w 3443040"/>
              <a:gd name="textAreaRight" fmla="*/ 3443400 w 3443040"/>
              <a:gd name="textAreaTop" fmla="*/ 0 h 3447720"/>
              <a:gd name="textAreaBottom" fmla="*/ 3448080 h 3447720"/>
            </a:gdLst>
            <a:ahLst/>
            <a:rect l="textAreaLeft" t="textAreaTop" r="textAreaRight" b="textAreaBottom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pic>
        <p:nvPicPr>
          <p:cNvPr id="63" name="Image 6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718280" y="3440520"/>
            <a:ext cx="1719000" cy="1723680"/>
          </a:xfrm>
          <a:prstGeom prst="rect">
            <a:avLst/>
          </a:prstGeom>
          <a:ln w="0">
            <a:noFill/>
          </a:ln>
        </p:spPr>
      </p:pic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3986640" y="2071440"/>
            <a:ext cx="3812760" cy="7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3986640" y="2877480"/>
            <a:ext cx="3803760" cy="36842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3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3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7857720" y="2071440"/>
            <a:ext cx="3567960" cy="7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body"/>
          </p:nvPr>
        </p:nvSpPr>
        <p:spPr>
          <a:xfrm>
            <a:off x="7857720" y="2877480"/>
            <a:ext cx="3567960" cy="36842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3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3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758880" y="741600"/>
            <a:ext cx="10670760" cy="145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5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6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D2EA67-D119-48A6-9D63-62A4875AA0C4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1911240" y="2407680"/>
            <a:ext cx="932400" cy="93240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91440" rIns="9144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713160" y="2885400"/>
            <a:ext cx="3328200" cy="3563640"/>
          </a:xfrm>
          <a:prstGeom prst="rect">
            <a:avLst/>
          </a:prstGeom>
          <a:noFill/>
          <a:ln w="12600">
            <a:solidFill>
              <a:schemeClr val="accent3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body"/>
          </p:nvPr>
        </p:nvSpPr>
        <p:spPr>
          <a:xfrm>
            <a:off x="992160" y="4099320"/>
            <a:ext cx="2770200" cy="220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4" name="PlaceHolder 7"/>
          <p:cNvSpPr>
            <a:spLocks noGrp="1"/>
          </p:cNvSpPr>
          <p:nvPr>
            <p:ph type="body"/>
          </p:nvPr>
        </p:nvSpPr>
        <p:spPr>
          <a:xfrm>
            <a:off x="5641920" y="2407680"/>
            <a:ext cx="932400" cy="9324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rIns="9144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5" name="PlaceHolder 8"/>
          <p:cNvSpPr>
            <a:spLocks noGrp="1"/>
          </p:cNvSpPr>
          <p:nvPr>
            <p:ph type="body"/>
          </p:nvPr>
        </p:nvSpPr>
        <p:spPr>
          <a:xfrm>
            <a:off x="4443840" y="2890440"/>
            <a:ext cx="3328200" cy="3558600"/>
          </a:xfrm>
          <a:prstGeom prst="rect">
            <a:avLst/>
          </a:prstGeom>
          <a:noFill/>
          <a:ln w="12600">
            <a:solidFill>
              <a:schemeClr val="accent1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6" name="PlaceHolder 9"/>
          <p:cNvSpPr>
            <a:spLocks noGrp="1"/>
          </p:cNvSpPr>
          <p:nvPr>
            <p:ph type="body"/>
          </p:nvPr>
        </p:nvSpPr>
        <p:spPr>
          <a:xfrm>
            <a:off x="4722840" y="4099320"/>
            <a:ext cx="2770200" cy="220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7" name="PlaceHolder 10"/>
          <p:cNvSpPr>
            <a:spLocks noGrp="1"/>
          </p:cNvSpPr>
          <p:nvPr>
            <p:ph type="body"/>
          </p:nvPr>
        </p:nvSpPr>
        <p:spPr>
          <a:xfrm>
            <a:off x="9290160" y="2407680"/>
            <a:ext cx="932400" cy="93240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91440" rIns="91440" tIns="0" bIns="0" anchor="t">
            <a:noAutofit/>
          </a:bodyPr>
          <a:p>
            <a:pPr indent="0" algn="ctr" defTabSz="4572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Sabon Next LT"/>
              </a:rPr>
              <a:t>Picture</a:t>
            </a:r>
            <a:endParaRPr b="0" lang="en-US" sz="9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8" name="PlaceHolder 11"/>
          <p:cNvSpPr>
            <a:spLocks noGrp="1"/>
          </p:cNvSpPr>
          <p:nvPr>
            <p:ph type="body"/>
          </p:nvPr>
        </p:nvSpPr>
        <p:spPr>
          <a:xfrm>
            <a:off x="8092440" y="2891880"/>
            <a:ext cx="3328200" cy="3557160"/>
          </a:xfrm>
          <a:prstGeom prst="rect">
            <a:avLst/>
          </a:prstGeom>
          <a:noFill/>
          <a:ln w="12600">
            <a:solidFill>
              <a:schemeClr val="accent4"/>
            </a:solidFill>
            <a:round/>
          </a:ln>
        </p:spPr>
        <p:txBody>
          <a:bodyPr lIns="91440" rIns="91440" tIns="68580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 cap="all">
                <a:solidFill>
                  <a:schemeClr val="accent6"/>
                </a:solidFill>
                <a:latin typeface="Arial Black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79" name="PlaceHolder 12"/>
          <p:cNvSpPr>
            <a:spLocks noGrp="1"/>
          </p:cNvSpPr>
          <p:nvPr>
            <p:ph type="body"/>
          </p:nvPr>
        </p:nvSpPr>
        <p:spPr>
          <a:xfrm>
            <a:off x="8371440" y="4099320"/>
            <a:ext cx="2770200" cy="220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80" name="Oval 2"/>
          <p:cNvSpPr/>
          <p:nvPr/>
        </p:nvSpPr>
        <p:spPr>
          <a:xfrm>
            <a:off x="1911240" y="2409840"/>
            <a:ext cx="932400" cy="932400"/>
          </a:xfrm>
          <a:prstGeom prst="ellipse">
            <a:avLst/>
          </a:prstGeom>
          <a:noFill/>
          <a:ln w="28575">
            <a:solidFill>
              <a:srgbClr val="aac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81" name="Oval 5"/>
          <p:cNvSpPr/>
          <p:nvPr/>
        </p:nvSpPr>
        <p:spPr>
          <a:xfrm>
            <a:off x="5642280" y="2407680"/>
            <a:ext cx="932400" cy="932400"/>
          </a:xfrm>
          <a:prstGeom prst="ellipse">
            <a:avLst/>
          </a:prstGeom>
          <a:noFill/>
          <a:ln w="28575">
            <a:solidFill>
              <a:srgbClr val="f5cd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82" name="Oval 6"/>
          <p:cNvSpPr/>
          <p:nvPr/>
        </p:nvSpPr>
        <p:spPr>
          <a:xfrm>
            <a:off x="9289800" y="2412720"/>
            <a:ext cx="932400" cy="932400"/>
          </a:xfrm>
          <a:prstGeom prst="ellipse">
            <a:avLst/>
          </a:prstGeom>
          <a:noFill/>
          <a:ln w="28575">
            <a:solidFill>
              <a:srgbClr val="d2d5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58080" y="-14400"/>
            <a:ext cx="3433320" cy="3452400"/>
          </a:xfrm>
          <a:custGeom>
            <a:avLst/>
            <a:gdLst>
              <a:gd name="textAreaLeft" fmla="*/ 0 w 3433320"/>
              <a:gd name="textAreaRight" fmla="*/ 3433680 w 3433320"/>
              <a:gd name="textAreaTop" fmla="*/ 0 h 3452400"/>
              <a:gd name="textAreaBottom" fmla="*/ 3452760 h 3452400"/>
            </a:gdLst>
            <a:ahLst/>
            <a:rect l="textAreaLeft" t="textAreaTop" r="textAreaRight" b="textAreaBottom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84" name="Imag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58080" y="3438360"/>
            <a:ext cx="3433320" cy="3433320"/>
          </a:xfrm>
          <a:custGeom>
            <a:avLst/>
            <a:gdLst>
              <a:gd name="textAreaLeft" fmla="*/ 0 w 3433320"/>
              <a:gd name="textAreaRight" fmla="*/ 3433680 w 3433320"/>
              <a:gd name="textAreaTop" fmla="*/ 0 h 3433320"/>
              <a:gd name="textAreaBottom" fmla="*/ 3433680 h 3433320"/>
            </a:gdLst>
            <a:ahLst/>
            <a:rect l="textAreaLeft" t="textAreaTop" r="textAreaRight" b="textAreaBottom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85" name="Imag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800" y="1247400"/>
            <a:ext cx="2199960" cy="2180880"/>
          </a:xfrm>
          <a:custGeom>
            <a:avLst/>
            <a:gdLst>
              <a:gd name="textAreaLeft" fmla="*/ 0 w 2199960"/>
              <a:gd name="textAreaRight" fmla="*/ 2200320 w 2199960"/>
              <a:gd name="textAreaTop" fmla="*/ 360 h 2180880"/>
              <a:gd name="textAreaBottom" fmla="*/ 2181600 h 2180880"/>
            </a:gdLst>
            <a:ahLst/>
            <a:rect l="textAreaLeft" t="textAreaTop" r="textAreaRight" b="textAreaBottom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86" name="Imag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19800" y="4579200"/>
            <a:ext cx="2277720" cy="2277720"/>
          </a:xfrm>
          <a:custGeom>
            <a:avLst/>
            <a:gdLst>
              <a:gd name="textAreaLeft" fmla="*/ 0 w 2277720"/>
              <a:gd name="textAreaRight" fmla="*/ 2278080 w 2277720"/>
              <a:gd name="textAreaTop" fmla="*/ -360 h 2277720"/>
              <a:gd name="textAreaBottom" fmla="*/ 2277720 h 2277720"/>
            </a:gdLst>
            <a:ahLst/>
            <a:rect l="textAreaLeft" t="textAreaTop" r="textAreaRight" b="textAreaBottom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pic>
        <p:nvPicPr>
          <p:cNvPr id="87" name="Imag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991800" y="3441240"/>
            <a:ext cx="2199600" cy="2199600"/>
          </a:xfrm>
          <a:prstGeom prst="rect">
            <a:avLst/>
          </a:prstGeom>
          <a:ln w="0">
            <a:noFill/>
          </a:ln>
        </p:spPr>
      </p:pic>
      <p:sp>
        <p:nvSpPr>
          <p:cNvPr id="88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7840" y="5667480"/>
            <a:ext cx="774720" cy="774720"/>
          </a:xfrm>
          <a:custGeom>
            <a:avLst/>
            <a:gdLst>
              <a:gd name="textAreaLeft" fmla="*/ 0 w 774720"/>
              <a:gd name="textAreaRight" fmla="*/ 775080 w 774720"/>
              <a:gd name="textAreaTop" fmla="*/ 0 h 774720"/>
              <a:gd name="textAreaBottom" fmla="*/ 775080 h 774720"/>
            </a:gdLst>
            <a:ahLst/>
            <a:rect l="textAreaLeft" t="textAreaTop" r="textAreaRight" b="textAreaBottom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508760" y="831240"/>
            <a:ext cx="6527520" cy="262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ftr" idx="7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8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180CEB-ED04-4C5F-9BC1-9518E18C7CCE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1508760" y="3556440"/>
            <a:ext cx="6527520" cy="189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Freeform: 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948520" cy="6857640"/>
          </a:xfrm>
          <a:custGeom>
            <a:avLst/>
            <a:gdLst>
              <a:gd name="textAreaLeft" fmla="*/ 0 w 8948520"/>
              <a:gd name="textAreaRight" fmla="*/ 8948880 w 894852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96" name="Freeform: 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38760" y="13320"/>
            <a:ext cx="4653000" cy="6831360"/>
          </a:xfrm>
          <a:custGeom>
            <a:avLst/>
            <a:gdLst>
              <a:gd name="textAreaLeft" fmla="*/ 0 w 4653000"/>
              <a:gd name="textAreaRight" fmla="*/ 4653360 w 4653000"/>
              <a:gd name="textAreaTop" fmla="*/ 0 h 6831360"/>
              <a:gd name="textAreaBottom" fmla="*/ 6831720 h 6831360"/>
            </a:gdLst>
            <a:ahLst/>
            <a:rect l="textAreaLeft" t="textAreaTop" r="textAreaRight" b="textAreaBottom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pic>
        <p:nvPicPr>
          <p:cNvPr id="97" name="Image 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737200" y="-25200"/>
            <a:ext cx="3431880" cy="343188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527120" y="327960"/>
            <a:ext cx="4550400" cy="245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b">
            <a:noAutofit/>
          </a:bodyPr>
          <a:p>
            <a:pPr indent="0" defTabSz="914400">
              <a:lnSpc>
                <a:spcPts val="4876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Click to edit the outline text format</a:t>
            </a:r>
            <a:endParaRPr b="0" lang="en-US" sz="2800" spc="-1" strike="noStrike">
              <a:solidFill>
                <a:schemeClr val="accent6"/>
              </a:solidFill>
              <a:latin typeface="Sabon Next LT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Second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Third Outline Level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Fourth Outline Level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Fifth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Sixth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Seventh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5400" y="-2880"/>
            <a:ext cx="3443040" cy="6891120"/>
          </a:xfrm>
          <a:custGeom>
            <a:avLst/>
            <a:gdLst>
              <a:gd name="textAreaLeft" fmla="*/ 0 w 3443040"/>
              <a:gd name="textAreaRight" fmla="*/ 3443400 w 3443040"/>
              <a:gd name="textAreaTop" fmla="*/ 0 h 6891120"/>
              <a:gd name="textAreaBottom" fmla="*/ 6891480 h 6891120"/>
            </a:gdLst>
            <a:ahLst/>
            <a:rect l="textAreaLeft" t="textAreaTop" r="textAreaRight" b="textAreaBottom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pic>
        <p:nvPicPr>
          <p:cNvPr id="103" name="Image 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03160" y="-2880"/>
            <a:ext cx="1734120" cy="5167080"/>
          </a:xfrm>
          <a:prstGeom prst="rect">
            <a:avLst/>
          </a:prstGeom>
          <a:ln w="0">
            <a:noFill/>
          </a:ln>
        </p:spPr>
      </p:pic>
      <p:sp>
        <p:nvSpPr>
          <p:cNvPr id="104" name="Freeform: 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520" y="-2880"/>
            <a:ext cx="1715760" cy="1720440"/>
          </a:xfrm>
          <a:custGeom>
            <a:avLst/>
            <a:gdLst>
              <a:gd name="textAreaLeft" fmla="*/ 0 w 1715760"/>
              <a:gd name="textAreaRight" fmla="*/ 1716120 w 1715760"/>
              <a:gd name="textAreaTop" fmla="*/ 0 h 1720440"/>
              <a:gd name="textAreaBottom" fmla="*/ 1720800 h 1720440"/>
            </a:gdLst>
            <a:ahLst/>
            <a:rect l="textAreaLeft" t="textAreaTop" r="textAreaRight" b="textAreaBottom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05" name="Imag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5400" y="3440520"/>
            <a:ext cx="3443040" cy="3447720"/>
          </a:xfrm>
          <a:custGeom>
            <a:avLst/>
            <a:gdLst>
              <a:gd name="textAreaLeft" fmla="*/ 0 w 3443040"/>
              <a:gd name="textAreaRight" fmla="*/ 3443400 w 3443040"/>
              <a:gd name="textAreaTop" fmla="*/ 0 h 3447720"/>
              <a:gd name="textAreaBottom" fmla="*/ 3448080 h 3447720"/>
            </a:gdLst>
            <a:ahLst/>
            <a:rect l="textAreaLeft" t="textAreaTop" r="textAreaRight" b="textAreaBottom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pic>
        <p:nvPicPr>
          <p:cNvPr id="106" name="Image 6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718280" y="3440520"/>
            <a:ext cx="1719000" cy="1723680"/>
          </a:xfrm>
          <a:prstGeom prst="rect">
            <a:avLst/>
          </a:prstGeom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684960" y="755280"/>
            <a:ext cx="774072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ftr" idx="9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10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A4591D-834F-4F73-8BDB-CF4D110A2B68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3684960" y="2305080"/>
            <a:ext cx="3741480" cy="43059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3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3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7684560" y="2305080"/>
            <a:ext cx="3741480" cy="43059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3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3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6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42440" cy="2102760"/>
          </a:xfrm>
          <a:custGeom>
            <a:avLst/>
            <a:gdLst>
              <a:gd name="textAreaLeft" fmla="*/ 0 w 2242440"/>
              <a:gd name="textAreaRight" fmla="*/ 2242800 w 2242440"/>
              <a:gd name="textAreaTop" fmla="*/ 0 h 2102760"/>
              <a:gd name="textAreaBottom" fmla="*/ 2103120 h 2102760"/>
            </a:gdLst>
            <a:ahLst/>
            <a:rect l="textAreaLeft" t="textAreaTop" r="textAreaRight" b="textAreaBottom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13" name="Freeform: 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9948600" y="4754160"/>
            <a:ext cx="2242440" cy="2102760"/>
          </a:xfrm>
          <a:custGeom>
            <a:avLst/>
            <a:gdLst>
              <a:gd name="textAreaLeft" fmla="*/ -360 w 2242440"/>
              <a:gd name="textAreaRight" fmla="*/ 2242440 w 2242440"/>
              <a:gd name="textAreaTop" fmla="*/ -360 h 2102760"/>
              <a:gd name="textAreaBottom" fmla="*/ 2102760 h 2102760"/>
            </a:gdLst>
            <a:ahLst/>
            <a:rect l="textAreaLeft" t="textAreaTop" r="textAreaRight" b="textAreaBottom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58880" y="731520"/>
            <a:ext cx="1067076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ts val="4876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ftr" idx="11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12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D14146-0FEA-4ABD-9DC2-28AF572E3E68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Freeform: 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42440" cy="2102760"/>
          </a:xfrm>
          <a:custGeom>
            <a:avLst/>
            <a:gdLst>
              <a:gd name="textAreaLeft" fmla="*/ 0 w 2242440"/>
              <a:gd name="textAreaRight" fmla="*/ 2242800 w 2242440"/>
              <a:gd name="textAreaTop" fmla="*/ 0 h 2102760"/>
              <a:gd name="textAreaBottom" fmla="*/ 2103120 h 2102760"/>
            </a:gdLst>
            <a:ahLst/>
            <a:rect l="textAreaLeft" t="textAreaTop" r="textAreaRight" b="textAreaBottom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19" name="Freeform: 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9948600" y="4754160"/>
            <a:ext cx="2242440" cy="2102760"/>
          </a:xfrm>
          <a:custGeom>
            <a:avLst/>
            <a:gdLst>
              <a:gd name="textAreaLeft" fmla="*/ -360 w 2242440"/>
              <a:gd name="textAreaRight" fmla="*/ 2242440 w 2242440"/>
              <a:gd name="textAreaTop" fmla="*/ -360 h 2102760"/>
              <a:gd name="textAreaBottom" fmla="*/ 2102760 h 2102760"/>
            </a:gdLst>
            <a:ahLst/>
            <a:rect l="textAreaLeft" t="textAreaTop" r="textAreaRight" b="textAreaBottom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ftr" idx="13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14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A96047-BF79-484C-8C32-E64024CFB608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Sabon Next LT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Click to edit the outline text format</a:t>
            </a:r>
            <a:endParaRPr b="0" lang="en-US" sz="2800" spc="-1" strike="noStrike">
              <a:solidFill>
                <a:schemeClr val="accent6"/>
              </a:solidFill>
              <a:latin typeface="Sabon Next LT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Second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Third Outline Level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Fourth Outline Level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Fifth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Sixth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Seventh Outline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: 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9948600" y="4754160"/>
            <a:ext cx="2242440" cy="2102760"/>
          </a:xfrm>
          <a:custGeom>
            <a:avLst/>
            <a:gdLst>
              <a:gd name="textAreaLeft" fmla="*/ -360 w 2242440"/>
              <a:gd name="textAreaRight" fmla="*/ 2242440 w 2242440"/>
              <a:gd name="textAreaTop" fmla="*/ -360 h 2102760"/>
              <a:gd name="textAreaBottom" fmla="*/ 2102760 h 2102760"/>
            </a:gdLst>
            <a:ahLst/>
            <a:rect l="textAreaLeft" t="textAreaTop" r="textAreaRight" b="textAreaBottom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770040" y="741600"/>
            <a:ext cx="3931920" cy="152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2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32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ftr" idx="15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16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2E6AD8-F85D-4296-9F96-78CEAA43D62A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770040" y="2301840"/>
            <a:ext cx="3931920" cy="356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6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5183280" y="741600"/>
            <a:ext cx="6242400" cy="511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32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28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24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452280" y="3404880"/>
            <a:ext cx="5739480" cy="3467520"/>
            <a:chOff x="6452280" y="3404880"/>
            <a:chExt cx="5739480" cy="3467520"/>
          </a:xfrm>
        </p:grpSpPr>
        <p:sp>
          <p:nvSpPr>
            <p:cNvPr id="131" name="Freeform 7"/>
            <p:cNvSpPr/>
            <p:nvPr/>
          </p:nvSpPr>
          <p:spPr>
            <a:xfrm>
              <a:off x="6452280" y="3404880"/>
              <a:ext cx="2882880" cy="3467520"/>
            </a:xfrm>
            <a:custGeom>
              <a:avLst/>
              <a:gdLst>
                <a:gd name="textAreaLeft" fmla="*/ 0 w 2882880"/>
                <a:gd name="textAreaRight" fmla="*/ 2883240 w 2882880"/>
                <a:gd name="textAreaTop" fmla="*/ 0 h 3467520"/>
                <a:gd name="textAreaBottom" fmla="*/ 3467880 h 3467520"/>
              </a:gdLst>
              <a:ahLst/>
              <a:rect l="textAreaLeft" t="textAreaTop" r="textAreaRight" b="textAreaBottom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Sabon Next LT"/>
              </a:endParaRPr>
            </a:p>
          </p:txBody>
        </p:sp>
        <p:sp>
          <p:nvSpPr>
            <p:cNvPr id="132" name="Freeform 6"/>
            <p:cNvSpPr/>
            <p:nvPr/>
          </p:nvSpPr>
          <p:spPr>
            <a:xfrm>
              <a:off x="9318600" y="3404880"/>
              <a:ext cx="2873160" cy="3467520"/>
            </a:xfrm>
            <a:custGeom>
              <a:avLst/>
              <a:gdLst>
                <a:gd name="textAreaLeft" fmla="*/ 0 w 2873160"/>
                <a:gd name="textAreaRight" fmla="*/ 2873520 w 2873160"/>
                <a:gd name="textAreaTop" fmla="*/ 0 h 3467520"/>
                <a:gd name="textAreaBottom" fmla="*/ 3467880 h 3467520"/>
              </a:gdLst>
              <a:ahLst/>
              <a:rect l="textAreaLeft" t="textAreaTop" r="textAreaRight" b="textAreaBottom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Sabon Next LT"/>
              </a:endParaRPr>
            </a:p>
          </p:txBody>
        </p:sp>
      </p:grpSp>
      <p:grpSp>
        <p:nvGrpSpPr>
          <p:cNvPr id="133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465960" y="360"/>
            <a:ext cx="5739480" cy="3467520"/>
            <a:chOff x="6465960" y="360"/>
            <a:chExt cx="5739480" cy="3467520"/>
          </a:xfrm>
        </p:grpSpPr>
        <p:sp>
          <p:nvSpPr>
            <p:cNvPr id="134" name="Freeform 7"/>
            <p:cNvSpPr/>
            <p:nvPr/>
          </p:nvSpPr>
          <p:spPr>
            <a:xfrm rot="10800000">
              <a:off x="9322560" y="360"/>
              <a:ext cx="2882880" cy="3467520"/>
            </a:xfrm>
            <a:custGeom>
              <a:avLst/>
              <a:gdLst>
                <a:gd name="textAreaLeft" fmla="*/ 0 w 2882880"/>
                <a:gd name="textAreaRight" fmla="*/ 2883240 w 2882880"/>
                <a:gd name="textAreaTop" fmla="*/ 0 h 3467520"/>
                <a:gd name="textAreaBottom" fmla="*/ 3467880 h 3467520"/>
              </a:gdLst>
              <a:ahLst/>
              <a:rect l="textAreaLeft" t="textAreaTop" r="textAreaRight" b="textAreaBottom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Sabon Next LT"/>
              </a:endParaRPr>
            </a:p>
          </p:txBody>
        </p:sp>
        <p:sp>
          <p:nvSpPr>
            <p:cNvPr id="135" name="Freeform 6"/>
            <p:cNvSpPr/>
            <p:nvPr/>
          </p:nvSpPr>
          <p:spPr>
            <a:xfrm rot="10800000">
              <a:off x="6465960" y="360"/>
              <a:ext cx="2873160" cy="3467520"/>
            </a:xfrm>
            <a:custGeom>
              <a:avLst/>
              <a:gdLst>
                <a:gd name="textAreaLeft" fmla="*/ 0 w 2873160"/>
                <a:gd name="textAreaRight" fmla="*/ 2873520 w 2873160"/>
                <a:gd name="textAreaTop" fmla="*/ 0 h 3467520"/>
                <a:gd name="textAreaBottom" fmla="*/ 3467880 h 3467520"/>
              </a:gdLst>
              <a:ahLst/>
              <a:rect l="textAreaLeft" t="textAreaTop" r="textAreaRight" b="textAreaBottom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Sabon Next LT"/>
              </a:endParaRPr>
            </a:p>
          </p:txBody>
        </p:sp>
      </p:grpSp>
      <p:sp>
        <p:nvSpPr>
          <p:cNvPr id="136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440" y="4577760"/>
            <a:ext cx="774720" cy="774720"/>
          </a:xfrm>
          <a:custGeom>
            <a:avLst/>
            <a:gdLst>
              <a:gd name="textAreaLeft" fmla="*/ 0 w 774720"/>
              <a:gd name="textAreaRight" fmla="*/ 775080 w 774720"/>
              <a:gd name="textAreaTop" fmla="*/ 0 h 774720"/>
              <a:gd name="textAreaBottom" fmla="*/ 775080 h 774720"/>
            </a:gdLst>
            <a:ahLst/>
            <a:rect l="textAreaLeft" t="textAreaTop" r="textAreaRight" b="textAreaBottom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499760" y="89280"/>
            <a:ext cx="5693400" cy="258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1499760" y="2770560"/>
            <a:ext cx="5693400" cy="312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2400" spc="-1" strike="noStrike">
              <a:solidFill>
                <a:schemeClr val="accent6"/>
              </a:solidFill>
              <a:latin typeface="Sabon Next LT"/>
            </a:endParaRPr>
          </a:p>
          <a:p>
            <a:pPr lvl="1" marL="347400" indent="-347400" defTabSz="914400">
              <a:lnSpc>
                <a:spcPct val="150000"/>
              </a:lnSpc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2000" spc="-1" strike="noStrike">
              <a:solidFill>
                <a:schemeClr val="accent6"/>
              </a:solidFill>
              <a:latin typeface="Sabon Next LT"/>
            </a:endParaRPr>
          </a:p>
          <a:p>
            <a:pPr lvl="2" marL="685800" indent="-347400" defTabSz="914400">
              <a:lnSpc>
                <a:spcPct val="150000"/>
              </a:lnSpc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Freeform: 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9948600" y="4754160"/>
            <a:ext cx="2242440" cy="2102760"/>
          </a:xfrm>
          <a:custGeom>
            <a:avLst/>
            <a:gdLst>
              <a:gd name="textAreaLeft" fmla="*/ -360 w 2242440"/>
              <a:gd name="textAreaRight" fmla="*/ 2242440 w 2242440"/>
              <a:gd name="textAreaTop" fmla="*/ -360 h 2102760"/>
              <a:gd name="textAreaBottom" fmla="*/ 2102760 h 2102760"/>
            </a:gdLst>
            <a:ahLst/>
            <a:rect l="textAreaLeft" t="textAreaTop" r="textAreaRight" b="textAreaBottom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61040" y="755280"/>
            <a:ext cx="4010760" cy="148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2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32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ftr" idx="17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8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7BEFF7-C022-4CBB-8EA7-E3EB25BE1E2C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761040" y="2286000"/>
            <a:ext cx="401076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6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526284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28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Freeform: 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7200"/>
            <a:ext cx="3429720" cy="3430440"/>
          </a:xfrm>
          <a:custGeom>
            <a:avLst/>
            <a:gdLst>
              <a:gd name="textAreaLeft" fmla="*/ 0 w 3429720"/>
              <a:gd name="textAreaRight" fmla="*/ 3430080 w 3429720"/>
              <a:gd name="textAreaTop" fmla="*/ 0 h 3430440"/>
              <a:gd name="textAreaBottom" fmla="*/ 3430800 h 3430440"/>
            </a:gdLst>
            <a:ahLst/>
            <a:rect l="textAreaLeft" t="textAreaTop" r="textAreaRight" b="textAreaBottom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46" name="Freeform: 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27200"/>
            <a:ext cx="3429720" cy="3430440"/>
          </a:xfrm>
          <a:custGeom>
            <a:avLst/>
            <a:gdLst>
              <a:gd name="textAreaLeft" fmla="*/ 0 w 3429720"/>
              <a:gd name="textAreaRight" fmla="*/ 3430080 w 3429720"/>
              <a:gd name="textAreaTop" fmla="*/ 0 h 3430440"/>
              <a:gd name="textAreaBottom" fmla="*/ 3430800 h 3430440"/>
            </a:gdLst>
            <a:ahLst/>
            <a:rect l="textAreaLeft" t="textAreaTop" r="textAreaRight" b="textAreaBottom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47" name="Freeform: 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423600" cy="3436920"/>
          </a:xfrm>
          <a:custGeom>
            <a:avLst/>
            <a:gdLst>
              <a:gd name="textAreaLeft" fmla="*/ 0 w 3423600"/>
              <a:gd name="textAreaRight" fmla="*/ 3423960 w 3423600"/>
              <a:gd name="textAreaTop" fmla="*/ 0 h 3436920"/>
              <a:gd name="textAreaBottom" fmla="*/ 3437280 h 3436920"/>
            </a:gdLst>
            <a:ahLst/>
            <a:rect l="textAreaLeft" t="textAreaTop" r="textAreaRight" b="textAreaBottom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48" name="Freeform: 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720"/>
            <a:ext cx="3423600" cy="3436200"/>
          </a:xfrm>
          <a:custGeom>
            <a:avLst/>
            <a:gdLst>
              <a:gd name="textAreaLeft" fmla="*/ 0 w 3423600"/>
              <a:gd name="textAreaRight" fmla="*/ 3423960 w 3423600"/>
              <a:gd name="textAreaTop" fmla="*/ 0 h 3436200"/>
              <a:gd name="textAreaBottom" fmla="*/ 3436560 h 3436200"/>
            </a:gdLst>
            <a:ahLst/>
            <a:rect l="textAreaLeft" t="textAreaTop" r="textAreaRight" b="textAreaBottom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224600" y="815040"/>
            <a:ext cx="6766200" cy="281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ftr" idx="19"/>
          </p:nvPr>
        </p:nvSpPr>
        <p:spPr>
          <a:xfrm>
            <a:off x="4224600" y="457200"/>
            <a:ext cx="3200040" cy="27396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20"/>
          </p:nvPr>
        </p:nvSpPr>
        <p:spPr>
          <a:xfrm>
            <a:off x="10003680" y="47196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E0E06B-1D79-4484-9E1A-35C66B485DE8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4224600" y="3723840"/>
            <a:ext cx="6766200" cy="244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5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Freeform: Shape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62800" y="686520"/>
            <a:ext cx="7774200" cy="6192720"/>
          </a:xfrm>
          <a:custGeom>
            <a:avLst/>
            <a:gdLst>
              <a:gd name="textAreaLeft" fmla="*/ 0 w 7774200"/>
              <a:gd name="textAreaRight" fmla="*/ 7774560 w 7774200"/>
              <a:gd name="textAreaTop" fmla="*/ 0 h 6192720"/>
              <a:gd name="textAreaBottom" fmla="*/ 6193080 h 6192720"/>
            </a:gdLst>
            <a:ahLst/>
            <a:rect l="textAreaLeft" t="textAreaTop" r="textAreaRight" b="textAreaBottom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56" name="Freeform: Shape 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10400" y="0"/>
            <a:ext cx="2273400" cy="3147480"/>
          </a:xfrm>
          <a:custGeom>
            <a:avLst/>
            <a:gdLst>
              <a:gd name="textAreaLeft" fmla="*/ 0 w 2273400"/>
              <a:gd name="textAreaRight" fmla="*/ 2273760 w 2273400"/>
              <a:gd name="textAreaTop" fmla="*/ 0 h 3147480"/>
              <a:gd name="textAreaBottom" fmla="*/ 3147840 h 3147480"/>
            </a:gdLst>
            <a:ahLst/>
            <a:rect l="textAreaLeft" t="textAreaTop" r="textAreaRight" b="textAreaBottom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57" name="Freeform: Shape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83800" y="0"/>
            <a:ext cx="2254680" cy="3141360"/>
          </a:xfrm>
          <a:custGeom>
            <a:avLst/>
            <a:gdLst>
              <a:gd name="textAreaLeft" fmla="*/ 0 w 2254680"/>
              <a:gd name="textAreaRight" fmla="*/ 2255040 w 2254680"/>
              <a:gd name="textAreaTop" fmla="*/ 0 h 3141360"/>
              <a:gd name="textAreaBottom" fmla="*/ 3141720 h 3141360"/>
            </a:gdLst>
            <a:ahLst/>
            <a:rect l="textAreaLeft" t="textAreaTop" r="textAreaRight" b="textAreaBottom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58" name="Freeform: Shape 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95560" y="0"/>
            <a:ext cx="2958840" cy="2352600"/>
          </a:xfrm>
          <a:custGeom>
            <a:avLst/>
            <a:gdLst>
              <a:gd name="textAreaLeft" fmla="*/ 0 w 2958840"/>
              <a:gd name="textAreaRight" fmla="*/ 2959200 w 2958840"/>
              <a:gd name="textAreaTop" fmla="*/ 0 h 2352600"/>
              <a:gd name="textAreaBottom" fmla="*/ 2352960 h 2352600"/>
            </a:gdLst>
            <a:ahLst/>
            <a:rect l="textAreaLeft" t="textAreaTop" r="textAreaRight" b="textAreaBottom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59" name="Freeform: Shape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90680" y="3130560"/>
            <a:ext cx="3105720" cy="3748320"/>
          </a:xfrm>
          <a:custGeom>
            <a:avLst/>
            <a:gdLst>
              <a:gd name="textAreaLeft" fmla="*/ 0 w 3105720"/>
              <a:gd name="textAreaRight" fmla="*/ 3106080 w 3105720"/>
              <a:gd name="textAreaTop" fmla="*/ 0 h 3748320"/>
              <a:gd name="textAreaBottom" fmla="*/ 3748680 h 3748320"/>
            </a:gdLst>
            <a:ahLst/>
            <a:rect l="textAreaLeft" t="textAreaTop" r="textAreaRight" b="textAreaBottom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60" name="Freeform: Shap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130560"/>
            <a:ext cx="1400400" cy="3748320"/>
          </a:xfrm>
          <a:custGeom>
            <a:avLst/>
            <a:gdLst>
              <a:gd name="textAreaLeft" fmla="*/ 0 w 1400400"/>
              <a:gd name="textAreaRight" fmla="*/ 1400760 w 1400400"/>
              <a:gd name="textAreaTop" fmla="*/ 0 h 3748320"/>
              <a:gd name="textAreaBottom" fmla="*/ 3748680 h 3748320"/>
            </a:gdLst>
            <a:ahLst/>
            <a:rect l="textAreaLeft" t="textAreaTop" r="textAreaRight" b="textAreaBottom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2895480" y="1699560"/>
            <a:ext cx="6400440" cy="284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2895480" y="4599000"/>
            <a:ext cx="6400440" cy="84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Click to add subtitle</a:t>
            </a:r>
            <a:endParaRPr b="0" lang="en-US" sz="24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Freeform: Shap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42440" cy="2102760"/>
          </a:xfrm>
          <a:custGeom>
            <a:avLst/>
            <a:gdLst>
              <a:gd name="textAreaLeft" fmla="*/ 0 w 2242440"/>
              <a:gd name="textAreaRight" fmla="*/ 2242800 w 2242440"/>
              <a:gd name="textAreaTop" fmla="*/ 0 h 2102760"/>
              <a:gd name="textAreaBottom" fmla="*/ 2103120 h 2102760"/>
            </a:gdLst>
            <a:ahLst/>
            <a:rect l="textAreaLeft" t="textAreaTop" r="textAreaRight" b="textAreaBottom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761040" y="731520"/>
            <a:ext cx="1066464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ftr" idx="21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22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5F97E6-70DE-4400-8112-D6A815EE2123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539640" y="2103120"/>
            <a:ext cx="11118600" cy="443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6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Freeform: Shap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66160" y="0"/>
            <a:ext cx="2325600" cy="2180520"/>
          </a:xfrm>
          <a:custGeom>
            <a:avLst/>
            <a:gdLst>
              <a:gd name="textAreaLeft" fmla="*/ 0 w 2325600"/>
              <a:gd name="textAreaRight" fmla="*/ 2325960 w 2325600"/>
              <a:gd name="textAreaTop" fmla="*/ 0 h 2180520"/>
              <a:gd name="textAreaBottom" fmla="*/ 2180880 h 2180520"/>
            </a:gdLst>
            <a:ahLst/>
            <a:rect l="textAreaLeft" t="textAreaTop" r="textAreaRight" b="textAreaBottom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763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58880" y="731520"/>
            <a:ext cx="1067076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ftr" idx="23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24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AC43BB-4977-43E5-9C17-636C9E48A905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body"/>
          </p:nvPr>
        </p:nvSpPr>
        <p:spPr>
          <a:xfrm>
            <a:off x="756000" y="2825640"/>
            <a:ext cx="10679760" cy="283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  <a:p>
            <a:pPr lvl="1" marL="6858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accent6"/>
                </a:solidFill>
                <a:latin typeface="Sabon Next LT"/>
              </a:rPr>
              <a:t>Second level</a:t>
            </a:r>
            <a:endParaRPr b="0" lang="en-US" sz="1600" spc="-1" strike="noStrike">
              <a:solidFill>
                <a:schemeClr val="accent6"/>
              </a:solidFill>
              <a:latin typeface="Sabon Next LT"/>
            </a:endParaRPr>
          </a:p>
          <a:p>
            <a:pPr lvl="2" marL="11430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accent6"/>
                </a:solidFill>
                <a:latin typeface="Sabon Next LT"/>
              </a:rPr>
              <a:t>Third level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  <a:p>
            <a:pPr lvl="3" marL="16002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Fourth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lvl="4" marL="205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Fifth level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00" y="0"/>
            <a:ext cx="2550600" cy="6857640"/>
          </a:xfrm>
          <a:custGeom>
            <a:avLst/>
            <a:gdLst>
              <a:gd name="textAreaLeft" fmla="*/ 0 w 2550600"/>
              <a:gd name="textAreaRight" fmla="*/ 2550960 w 255060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74" name="Freeform: Shape 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360" y="0"/>
            <a:ext cx="2548080" cy="2555280"/>
          </a:xfrm>
          <a:custGeom>
            <a:avLst/>
            <a:gdLst>
              <a:gd name="textAreaLeft" fmla="*/ 0 w 2548080"/>
              <a:gd name="textAreaRight" fmla="*/ 2548440 w 2548080"/>
              <a:gd name="textAreaTop" fmla="*/ 0 h 2555280"/>
              <a:gd name="textAreaBottom" fmla="*/ 2555640 h 2555280"/>
            </a:gdLst>
            <a:ahLst/>
            <a:rect l="textAreaLeft" t="textAreaTop" r="textAreaRight" b="textAreaBottom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75" name="Freeform 7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534400" y="4308480"/>
            <a:ext cx="2550600" cy="2559960"/>
          </a:xfrm>
          <a:custGeom>
            <a:avLst/>
            <a:gdLst>
              <a:gd name="textAreaLeft" fmla="*/ -360 w 2550600"/>
              <a:gd name="textAreaRight" fmla="*/ 2550600 w 2550600"/>
              <a:gd name="textAreaTop" fmla="*/ 0 h 2559960"/>
              <a:gd name="textAreaBottom" fmla="*/ 2560320 h 2559960"/>
            </a:gdLst>
            <a:ahLst/>
            <a:rect l="textAreaLeft" t="textAreaTop" r="textAreaRight" b="textAreaBottom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76" name="Freeform 7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11160" y="4308480"/>
            <a:ext cx="2550600" cy="2559960"/>
          </a:xfrm>
          <a:custGeom>
            <a:avLst/>
            <a:gdLst>
              <a:gd name="textAreaLeft" fmla="*/ -360 w 2550600"/>
              <a:gd name="textAreaRight" fmla="*/ 2550600 w 2550600"/>
              <a:gd name="textAreaTop" fmla="*/ 0 h 2559960"/>
              <a:gd name="textAreaBottom" fmla="*/ 2560320 h 2559960"/>
            </a:gdLst>
            <a:ahLst/>
            <a:rect l="textAreaLeft" t="textAreaTop" r="textAreaRight" b="textAreaBottom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77" name="Imag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760" y="0"/>
            <a:ext cx="2559960" cy="2559960"/>
          </a:xfrm>
          <a:custGeom>
            <a:avLst/>
            <a:gdLst>
              <a:gd name="textAreaLeft" fmla="*/ 0 w 2559960"/>
              <a:gd name="textAreaRight" fmla="*/ 2560320 w 2559960"/>
              <a:gd name="textAreaTop" fmla="*/ 0 h 2559960"/>
              <a:gd name="textAreaBottom" fmla="*/ 2560320 h 2559960"/>
            </a:gdLst>
            <a:ahLst/>
            <a:rect l="textAreaLeft" t="textAreaTop" r="textAreaRight" b="textAreaBottom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440960" y="1344240"/>
            <a:ext cx="6984720" cy="255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33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33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25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67B9E1-C6CC-4993-B113-E87CD14AA121}" type="slidenum">
              <a:rPr b="0" lang="en-US" sz="1200" spc="-1" strike="noStrike">
                <a:solidFill>
                  <a:schemeClr val="accent6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3611880" y="1347840"/>
            <a:ext cx="767880" cy="188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54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0000" spc="-1" strike="noStrike">
                <a:solidFill>
                  <a:schemeClr val="accent6"/>
                </a:solidFill>
                <a:latin typeface="Sabon Next LT"/>
              </a:rPr>
              <a:t>“</a:t>
            </a:r>
            <a:endParaRPr b="0" lang="en-US" sz="100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440960" y="3977280"/>
            <a:ext cx="4970880" cy="86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Click to add subtitle</a:t>
            </a:r>
            <a:endParaRPr b="0" lang="en-US" sz="2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9500760" y="3209400"/>
            <a:ext cx="767880" cy="162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54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0000" spc="-1" strike="noStrike">
                <a:solidFill>
                  <a:schemeClr val="accent6"/>
                </a:solidFill>
                <a:latin typeface="Sabon Next LT"/>
              </a:rPr>
              <a:t>”</a:t>
            </a:r>
            <a:endParaRPr b="0" lang="en-US" sz="100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4120" y="3390840"/>
            <a:ext cx="12215880" cy="346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450" spc="-1" strike="noStrike">
              <a:solidFill>
                <a:schemeClr val="lt1"/>
              </a:solidFill>
              <a:latin typeface="Sabon Next LT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758880" y="751320"/>
            <a:ext cx="1067076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ftr" idx="26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27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3EFABA-BA7E-4AC4-867E-F8EA94DA60B1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body"/>
          </p:nvPr>
        </p:nvSpPr>
        <p:spPr>
          <a:xfrm>
            <a:off x="758880" y="2392200"/>
            <a:ext cx="2596680" cy="25966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Sabon Next LT"/>
              </a:rPr>
              <a:t>Click icon to add picture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body"/>
          </p:nvPr>
        </p:nvSpPr>
        <p:spPr>
          <a:xfrm>
            <a:off x="758880" y="4989600"/>
            <a:ext cx="2598480" cy="11091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0" rIns="0" tIns="27432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89" name="PlaceHolder 6"/>
          <p:cNvSpPr>
            <a:spLocks noGrp="1"/>
          </p:cNvSpPr>
          <p:nvPr>
            <p:ph type="body"/>
          </p:nvPr>
        </p:nvSpPr>
        <p:spPr>
          <a:xfrm>
            <a:off x="916920" y="5599800"/>
            <a:ext cx="228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0" name="PlaceHolder 7"/>
          <p:cNvSpPr>
            <a:spLocks noGrp="1"/>
          </p:cNvSpPr>
          <p:nvPr>
            <p:ph type="body"/>
          </p:nvPr>
        </p:nvSpPr>
        <p:spPr>
          <a:xfrm>
            <a:off x="3517200" y="2392560"/>
            <a:ext cx="2596680" cy="25966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Sabon Next LT"/>
              </a:rPr>
              <a:t>Click icon to add picture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1" name="PlaceHolder 8"/>
          <p:cNvSpPr>
            <a:spLocks noGrp="1"/>
          </p:cNvSpPr>
          <p:nvPr>
            <p:ph type="body"/>
          </p:nvPr>
        </p:nvSpPr>
        <p:spPr>
          <a:xfrm>
            <a:off x="3516840" y="4989960"/>
            <a:ext cx="2598480" cy="11091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0" rIns="0" tIns="27432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2" name="PlaceHolder 9"/>
          <p:cNvSpPr>
            <a:spLocks noGrp="1"/>
          </p:cNvSpPr>
          <p:nvPr>
            <p:ph type="body"/>
          </p:nvPr>
        </p:nvSpPr>
        <p:spPr>
          <a:xfrm>
            <a:off x="3674160" y="5600520"/>
            <a:ext cx="228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3" name="PlaceHolder 10"/>
          <p:cNvSpPr>
            <a:spLocks noGrp="1"/>
          </p:cNvSpPr>
          <p:nvPr>
            <p:ph type="body"/>
          </p:nvPr>
        </p:nvSpPr>
        <p:spPr>
          <a:xfrm>
            <a:off x="6275880" y="2393280"/>
            <a:ext cx="2596680" cy="25966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Sabon Next LT"/>
              </a:rPr>
              <a:t>Click icon to add picture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4" name="PlaceHolder 11"/>
          <p:cNvSpPr>
            <a:spLocks noGrp="1"/>
          </p:cNvSpPr>
          <p:nvPr>
            <p:ph type="body"/>
          </p:nvPr>
        </p:nvSpPr>
        <p:spPr>
          <a:xfrm>
            <a:off x="6274440" y="4990680"/>
            <a:ext cx="2598480" cy="11091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0" rIns="0" tIns="27432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5" name="PlaceHolder 12"/>
          <p:cNvSpPr>
            <a:spLocks noGrp="1"/>
          </p:cNvSpPr>
          <p:nvPr>
            <p:ph type="body"/>
          </p:nvPr>
        </p:nvSpPr>
        <p:spPr>
          <a:xfrm>
            <a:off x="6432480" y="5600880"/>
            <a:ext cx="228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6" name="PlaceHolder 13"/>
          <p:cNvSpPr>
            <a:spLocks noGrp="1"/>
          </p:cNvSpPr>
          <p:nvPr>
            <p:ph type="body"/>
          </p:nvPr>
        </p:nvSpPr>
        <p:spPr>
          <a:xfrm>
            <a:off x="9034200" y="2393280"/>
            <a:ext cx="2596680" cy="25966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Sabon Next LT"/>
              </a:rPr>
              <a:t>Click icon to add picture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7" name="PlaceHolder 14"/>
          <p:cNvSpPr>
            <a:spLocks noGrp="1"/>
          </p:cNvSpPr>
          <p:nvPr>
            <p:ph type="body"/>
          </p:nvPr>
        </p:nvSpPr>
        <p:spPr>
          <a:xfrm>
            <a:off x="9032400" y="4990680"/>
            <a:ext cx="2598480" cy="11091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0" rIns="0" tIns="27432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8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198" name="PlaceHolder 15"/>
          <p:cNvSpPr>
            <a:spLocks noGrp="1"/>
          </p:cNvSpPr>
          <p:nvPr>
            <p:ph type="body"/>
          </p:nvPr>
        </p:nvSpPr>
        <p:spPr>
          <a:xfrm>
            <a:off x="9191160" y="5600880"/>
            <a:ext cx="2283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761040" y="755640"/>
            <a:ext cx="10664640" cy="85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Click to add title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ftr" idx="28"/>
          </p:nvPr>
        </p:nvSpPr>
        <p:spPr>
          <a:xfrm>
            <a:off x="761040" y="457200"/>
            <a:ext cx="3200040" cy="24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29"/>
          </p:nvPr>
        </p:nvSpPr>
        <p:spPr>
          <a:xfrm>
            <a:off x="10438560" y="457200"/>
            <a:ext cx="987120" cy="244080"/>
          </a:xfrm>
          <a:prstGeom prst="rect">
            <a:avLst/>
          </a:prstGeom>
          <a:noFill/>
          <a:ln w="0">
            <a:noFill/>
          </a:ln>
        </p:spPr>
        <p:txBody>
          <a:bodyPr lIns="91440" rIns="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EA46E4-2AAC-45A3-BC16-461E666D9848}" type="slidenum">
              <a:rPr b="0" lang="en-US" sz="1200" spc="-1" strike="noStrike">
                <a:solidFill>
                  <a:schemeClr val="accent6"/>
                </a:solidFill>
                <a:latin typeface="Sabon Next LT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body"/>
          </p:nvPr>
        </p:nvSpPr>
        <p:spPr>
          <a:xfrm>
            <a:off x="1271160" y="167472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 type="body"/>
          </p:nvPr>
        </p:nvSpPr>
        <p:spPr>
          <a:xfrm>
            <a:off x="1271160" y="3320640"/>
            <a:ext cx="2029680" cy="6944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4" name="PlaceHolder 6"/>
          <p:cNvSpPr>
            <a:spLocks noGrp="1"/>
          </p:cNvSpPr>
          <p:nvPr>
            <p:ph type="body"/>
          </p:nvPr>
        </p:nvSpPr>
        <p:spPr>
          <a:xfrm>
            <a:off x="1271160" y="369648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5" name="PlaceHolder 7"/>
          <p:cNvSpPr>
            <a:spLocks noGrp="1"/>
          </p:cNvSpPr>
          <p:nvPr>
            <p:ph type="body"/>
          </p:nvPr>
        </p:nvSpPr>
        <p:spPr>
          <a:xfrm>
            <a:off x="1271160" y="427356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6" name="PlaceHolder 8"/>
          <p:cNvSpPr>
            <a:spLocks noGrp="1"/>
          </p:cNvSpPr>
          <p:nvPr>
            <p:ph type="body"/>
          </p:nvPr>
        </p:nvSpPr>
        <p:spPr>
          <a:xfrm>
            <a:off x="1271160" y="5919480"/>
            <a:ext cx="2029680" cy="6944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7" name="PlaceHolder 9"/>
          <p:cNvSpPr>
            <a:spLocks noGrp="1"/>
          </p:cNvSpPr>
          <p:nvPr>
            <p:ph type="body"/>
          </p:nvPr>
        </p:nvSpPr>
        <p:spPr>
          <a:xfrm>
            <a:off x="1271160" y="629532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8" name="PlaceHolder 10"/>
          <p:cNvSpPr>
            <a:spLocks noGrp="1"/>
          </p:cNvSpPr>
          <p:nvPr>
            <p:ph type="body"/>
          </p:nvPr>
        </p:nvSpPr>
        <p:spPr>
          <a:xfrm>
            <a:off x="3828240" y="167472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09" name="PlaceHolder 11"/>
          <p:cNvSpPr>
            <a:spLocks noGrp="1"/>
          </p:cNvSpPr>
          <p:nvPr>
            <p:ph type="body"/>
          </p:nvPr>
        </p:nvSpPr>
        <p:spPr>
          <a:xfrm>
            <a:off x="3828240" y="3320640"/>
            <a:ext cx="2029680" cy="6944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0" name="PlaceHolder 12"/>
          <p:cNvSpPr>
            <a:spLocks noGrp="1"/>
          </p:cNvSpPr>
          <p:nvPr>
            <p:ph type="body"/>
          </p:nvPr>
        </p:nvSpPr>
        <p:spPr>
          <a:xfrm>
            <a:off x="3828240" y="369648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1" name="PlaceHolder 13"/>
          <p:cNvSpPr>
            <a:spLocks noGrp="1"/>
          </p:cNvSpPr>
          <p:nvPr>
            <p:ph type="body"/>
          </p:nvPr>
        </p:nvSpPr>
        <p:spPr>
          <a:xfrm>
            <a:off x="3828240" y="427356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2" name="PlaceHolder 14"/>
          <p:cNvSpPr>
            <a:spLocks noGrp="1"/>
          </p:cNvSpPr>
          <p:nvPr>
            <p:ph type="body"/>
          </p:nvPr>
        </p:nvSpPr>
        <p:spPr>
          <a:xfrm>
            <a:off x="3828240" y="5919480"/>
            <a:ext cx="2029680" cy="6944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3" name="PlaceHolder 15"/>
          <p:cNvSpPr>
            <a:spLocks noGrp="1"/>
          </p:cNvSpPr>
          <p:nvPr>
            <p:ph type="body"/>
          </p:nvPr>
        </p:nvSpPr>
        <p:spPr>
          <a:xfrm>
            <a:off x="3828240" y="629532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4" name="PlaceHolder 16"/>
          <p:cNvSpPr>
            <a:spLocks noGrp="1"/>
          </p:cNvSpPr>
          <p:nvPr>
            <p:ph type="body"/>
          </p:nvPr>
        </p:nvSpPr>
        <p:spPr>
          <a:xfrm>
            <a:off x="6385680" y="167472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5" name="PlaceHolder 17"/>
          <p:cNvSpPr>
            <a:spLocks noGrp="1"/>
          </p:cNvSpPr>
          <p:nvPr>
            <p:ph type="body"/>
          </p:nvPr>
        </p:nvSpPr>
        <p:spPr>
          <a:xfrm>
            <a:off x="6385680" y="3320640"/>
            <a:ext cx="2029680" cy="6944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6" name="PlaceHolder 18"/>
          <p:cNvSpPr>
            <a:spLocks noGrp="1"/>
          </p:cNvSpPr>
          <p:nvPr>
            <p:ph type="body"/>
          </p:nvPr>
        </p:nvSpPr>
        <p:spPr>
          <a:xfrm>
            <a:off x="6385680" y="369648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7" name="PlaceHolder 19"/>
          <p:cNvSpPr>
            <a:spLocks noGrp="1"/>
          </p:cNvSpPr>
          <p:nvPr>
            <p:ph type="body"/>
          </p:nvPr>
        </p:nvSpPr>
        <p:spPr>
          <a:xfrm>
            <a:off x="6385680" y="427356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8" name="PlaceHolder 20"/>
          <p:cNvSpPr>
            <a:spLocks noGrp="1"/>
          </p:cNvSpPr>
          <p:nvPr>
            <p:ph type="body"/>
          </p:nvPr>
        </p:nvSpPr>
        <p:spPr>
          <a:xfrm>
            <a:off x="6385680" y="5919480"/>
            <a:ext cx="2029680" cy="6944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19" name="PlaceHolder 21"/>
          <p:cNvSpPr>
            <a:spLocks noGrp="1"/>
          </p:cNvSpPr>
          <p:nvPr>
            <p:ph type="body"/>
          </p:nvPr>
        </p:nvSpPr>
        <p:spPr>
          <a:xfrm>
            <a:off x="6385680" y="629532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20" name="PlaceHolder 22"/>
          <p:cNvSpPr>
            <a:spLocks noGrp="1"/>
          </p:cNvSpPr>
          <p:nvPr>
            <p:ph type="body"/>
          </p:nvPr>
        </p:nvSpPr>
        <p:spPr>
          <a:xfrm>
            <a:off x="8942760" y="167472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21" name="PlaceHolder 23"/>
          <p:cNvSpPr>
            <a:spLocks noGrp="1"/>
          </p:cNvSpPr>
          <p:nvPr>
            <p:ph type="body"/>
          </p:nvPr>
        </p:nvSpPr>
        <p:spPr>
          <a:xfrm>
            <a:off x="8942760" y="3320640"/>
            <a:ext cx="2029680" cy="6944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22" name="PlaceHolder 24"/>
          <p:cNvSpPr>
            <a:spLocks noGrp="1"/>
          </p:cNvSpPr>
          <p:nvPr>
            <p:ph type="body"/>
          </p:nvPr>
        </p:nvSpPr>
        <p:spPr>
          <a:xfrm>
            <a:off x="8942760" y="369648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23" name="PlaceHolder 25"/>
          <p:cNvSpPr>
            <a:spLocks noGrp="1"/>
          </p:cNvSpPr>
          <p:nvPr>
            <p:ph type="body"/>
          </p:nvPr>
        </p:nvSpPr>
        <p:spPr>
          <a:xfrm>
            <a:off x="8942760" y="4273560"/>
            <a:ext cx="2029680" cy="1828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Sabon Next LT"/>
              </a:rPr>
              <a:t>Click to add picture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24" name="PlaceHolder 26"/>
          <p:cNvSpPr>
            <a:spLocks noGrp="1"/>
          </p:cNvSpPr>
          <p:nvPr>
            <p:ph type="body"/>
          </p:nvPr>
        </p:nvSpPr>
        <p:spPr>
          <a:xfrm>
            <a:off x="8942760" y="5919480"/>
            <a:ext cx="2029680" cy="6944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lIns="0" rIns="0" tIns="1555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 cap="all">
                <a:solidFill>
                  <a:schemeClr val="accent6"/>
                </a:solidFill>
                <a:latin typeface="Arial Black"/>
              </a:rPr>
              <a:t>Add Text</a:t>
            </a:r>
            <a:endParaRPr b="0" lang="en-US" sz="14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25" name="PlaceHolder 27"/>
          <p:cNvSpPr>
            <a:spLocks noGrp="1"/>
          </p:cNvSpPr>
          <p:nvPr>
            <p:ph type="body"/>
          </p:nvPr>
        </p:nvSpPr>
        <p:spPr>
          <a:xfrm>
            <a:off x="8942760" y="6295320"/>
            <a:ext cx="2029680" cy="2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18" strike="noStrike">
                <a:solidFill>
                  <a:schemeClr val="accent6"/>
                </a:solidFill>
                <a:latin typeface="Sabon Next LT"/>
              </a:rPr>
              <a:t>Click to add text</a:t>
            </a:r>
            <a:endParaRPr b="0" lang="en-US" sz="1200" spc="-1" strike="noStrike">
              <a:solidFill>
                <a:schemeClr val="accent6"/>
              </a:solidFill>
              <a:latin typeface="Sabon Next L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2824200" y="69480"/>
            <a:ext cx="6543360" cy="313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b">
            <a:noAutofit/>
          </a:bodyPr>
          <a:p>
            <a:pPr indent="0" algn="ctr" defTabSz="914400">
              <a:lnSpc>
                <a:spcPts val="4876"/>
              </a:lnSpc>
              <a:buNone/>
            </a:pPr>
            <a:r>
              <a:rPr b="1" lang="en-US" sz="3200" spc="-1" strike="noStrike" cap="all">
                <a:solidFill>
                  <a:schemeClr val="accent6"/>
                </a:solidFill>
                <a:latin typeface="Arial Black"/>
              </a:rPr>
              <a:t>Predictive Maintenance for Machine Failures</a:t>
            </a:r>
            <a:endParaRPr b="0" lang="en-US" sz="32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subTitle"/>
          </p:nvPr>
        </p:nvSpPr>
        <p:spPr>
          <a:xfrm>
            <a:off x="4422960" y="3933000"/>
            <a:ext cx="3492720" cy="164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Dallen Huang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ftr" idx="30"/>
          </p:nvPr>
        </p:nvSpPr>
        <p:spPr>
          <a:xfrm>
            <a:off x="1071360" y="963360"/>
            <a:ext cx="673236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The Problem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Content Placeholder 2"/>
          <p:cNvSpPr/>
          <p:nvPr/>
        </p:nvSpPr>
        <p:spPr>
          <a:xfrm>
            <a:off x="1668960" y="1976760"/>
            <a:ext cx="8462520" cy="30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accent6"/>
                </a:solidFill>
                <a:latin typeface="Sabon Next LT"/>
              </a:rPr>
              <a:t>High Machine Failure Rate: </a:t>
            </a:r>
            <a:r>
              <a:rPr b="0" lang="en-US" sz="3600" spc="-1" strike="noStrike">
                <a:solidFill>
                  <a:srgbClr val="ff0000"/>
                </a:solidFill>
                <a:latin typeface="Sabon Next LT"/>
              </a:rPr>
              <a:t>3.57%</a:t>
            </a:r>
            <a:r>
              <a:rPr b="0" lang="en-US" sz="3600" spc="-1" strike="noStrike">
                <a:solidFill>
                  <a:schemeClr val="accent6"/>
                </a:solidFill>
                <a:latin typeface="Sabon Next LT"/>
              </a:rPr>
              <a:t>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accent6"/>
                </a:solidFill>
                <a:latin typeface="Sabon Next LT"/>
              </a:rPr>
              <a:t>Escalating Repair Costs 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accent6"/>
                </a:solidFill>
                <a:latin typeface="Sabon Next LT"/>
              </a:rPr>
              <a:t>Production Time Delays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accent6"/>
                </a:solidFill>
                <a:latin typeface="Sabon Next LT"/>
              </a:rPr>
              <a:t>Excessive Machine Wear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3D211B0-3C3E-42F2-8D2E-DEB875B5350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ftr" idx="31"/>
          </p:nvPr>
        </p:nvSpPr>
        <p:spPr>
          <a:xfrm>
            <a:off x="1071360" y="605520"/>
            <a:ext cx="966456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914400">
              <a:lnSpc>
                <a:spcPct val="100000"/>
              </a:lnSpc>
              <a:spcBef>
                <a:spcPts val="360"/>
              </a:spcBef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Failure Rate </a:t>
            </a:r>
            <a:r>
              <a:rPr b="0" lang="en-US" sz="4400" spc="-1" strike="noStrike">
                <a:solidFill>
                  <a:srgbClr val="ff0000"/>
                </a:solidFill>
                <a:latin typeface="Sabon Next LT"/>
              </a:rPr>
              <a:t>Increasing </a:t>
            </a: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with Tool Wear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31" name="Picture 2" descr=""/>
          <p:cNvPicPr/>
          <p:nvPr/>
        </p:nvPicPr>
        <p:blipFill>
          <a:blip r:embed="rId1"/>
          <a:stretch/>
        </p:blipFill>
        <p:spPr>
          <a:xfrm>
            <a:off x="826560" y="1268280"/>
            <a:ext cx="9687960" cy="52956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DDDAC0F-F5B1-4ED7-8C64-8C83579A027E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ontent Placeholder 2"/>
          <p:cNvSpPr/>
          <p:nvPr/>
        </p:nvSpPr>
        <p:spPr>
          <a:xfrm>
            <a:off x="1668960" y="1821960"/>
            <a:ext cx="10087200" cy="44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Fact: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Tools are changed every </a:t>
            </a:r>
            <a:r>
              <a:rPr b="0" lang="en-US" sz="3200" spc="-1" strike="noStrike">
                <a:solidFill>
                  <a:srgbClr val="ff0000"/>
                </a:solidFill>
                <a:latin typeface="Sabon Next LT"/>
              </a:rPr>
              <a:t>220</a:t>
            </a: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 minutes of usage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Potential Solution: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Change Tools more frequently (Every </a:t>
            </a:r>
            <a:r>
              <a:rPr b="0" lang="en-US" sz="3200" spc="-1" strike="noStrike">
                <a:solidFill>
                  <a:srgbClr val="ff0000"/>
                </a:solidFill>
                <a:latin typeface="Sabon Next LT"/>
              </a:rPr>
              <a:t>180</a:t>
            </a: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 minutes)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Upgrade tools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Footer Placeholder 1"/>
          <p:cNvSpPr/>
          <p:nvPr/>
        </p:nvSpPr>
        <p:spPr>
          <a:xfrm>
            <a:off x="1071360" y="605520"/>
            <a:ext cx="96645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ctr">
            <a:noAutofit/>
          </a:bodyPr>
          <a:p>
            <a:pPr defTabSz="914400">
              <a:lnSpc>
                <a:spcPct val="100000"/>
              </a:lnSpc>
              <a:spcBef>
                <a:spcPts val="360"/>
              </a:spcBef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Failure Rate </a:t>
            </a:r>
            <a:r>
              <a:rPr b="0" lang="en-US" sz="4400" spc="-1" strike="noStrike">
                <a:solidFill>
                  <a:srgbClr val="ff0000"/>
                </a:solidFill>
                <a:latin typeface="Sabon Next LT"/>
              </a:rPr>
              <a:t>Increasing</a:t>
            </a: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 with Tool Wear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663E8F6-EBFE-477C-A135-E42297D38A9A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ftr" idx="32"/>
          </p:nvPr>
        </p:nvSpPr>
        <p:spPr>
          <a:xfrm>
            <a:off x="797040" y="638640"/>
            <a:ext cx="966456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914400">
              <a:lnSpc>
                <a:spcPct val="100000"/>
              </a:lnSpc>
              <a:spcBef>
                <a:spcPts val="360"/>
              </a:spcBef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High Failure Rate in </a:t>
            </a:r>
            <a:r>
              <a:rPr b="0" lang="en-US" sz="4400" spc="-1" strike="noStrike">
                <a:solidFill>
                  <a:srgbClr val="ff0000"/>
                </a:solidFill>
                <a:latin typeface="Sabon Next LT"/>
              </a:rPr>
              <a:t>Continuous</a:t>
            </a: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 Tools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Content Placeholder 2"/>
          <p:cNvSpPr/>
          <p:nvPr/>
        </p:nvSpPr>
        <p:spPr>
          <a:xfrm>
            <a:off x="1668960" y="1976760"/>
            <a:ext cx="10087200" cy="44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3200" spc="-1" strike="noStrike">
              <a:solidFill>
                <a:schemeClr val="accent6"/>
              </a:solidFill>
              <a:latin typeface="Sabon Next LT"/>
            </a:endParaRPr>
          </a:p>
        </p:txBody>
      </p:sp>
      <p:pic>
        <p:nvPicPr>
          <p:cNvPr id="236" name="Picture 4" descr=""/>
          <p:cNvPicPr/>
          <p:nvPr/>
        </p:nvPicPr>
        <p:blipFill>
          <a:blip r:embed="rId1"/>
          <a:stretch/>
        </p:blipFill>
        <p:spPr>
          <a:xfrm>
            <a:off x="1271880" y="1260000"/>
            <a:ext cx="9664560" cy="5283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E494430-9D2E-4D0C-9EDA-2F8220DE542E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ontent Placeholder 2"/>
          <p:cNvSpPr/>
          <p:nvPr/>
        </p:nvSpPr>
        <p:spPr>
          <a:xfrm>
            <a:off x="1668960" y="1976760"/>
            <a:ext cx="10087200" cy="44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3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38" name="Content Placeholder 2"/>
          <p:cNvSpPr/>
          <p:nvPr/>
        </p:nvSpPr>
        <p:spPr>
          <a:xfrm>
            <a:off x="1417320" y="1795320"/>
            <a:ext cx="10087200" cy="44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Fact: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Tool number 49 to 57 have </a:t>
            </a:r>
            <a:r>
              <a:rPr b="0" lang="en-US" sz="3200" spc="-1" strike="noStrike">
                <a:solidFill>
                  <a:srgbClr val="ff0000"/>
                </a:solidFill>
                <a:latin typeface="Sabon Next LT"/>
              </a:rPr>
              <a:t>Continuous abnormal</a:t>
            </a: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 performance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Potential Solution: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Check tool orders and report them to Tool </a:t>
            </a:r>
            <a:r>
              <a:rPr b="0" lang="en-US" sz="3200" spc="-1" strike="noStrike">
                <a:solidFill>
                  <a:srgbClr val="ff0000"/>
                </a:solidFill>
                <a:latin typeface="Sabon Next LT"/>
              </a:rPr>
              <a:t>Suppliers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Troubleshoot with </a:t>
            </a:r>
            <a:r>
              <a:rPr b="0" lang="en-US" sz="3200" spc="-1" strike="noStrike">
                <a:solidFill>
                  <a:srgbClr val="ff0000"/>
                </a:solidFill>
                <a:latin typeface="Sabon Next LT"/>
              </a:rPr>
              <a:t>Operators</a:t>
            </a: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 who were working during tool number 49 to 57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ftr" idx="33"/>
          </p:nvPr>
        </p:nvSpPr>
        <p:spPr>
          <a:xfrm>
            <a:off x="797040" y="638640"/>
            <a:ext cx="966456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914400">
              <a:lnSpc>
                <a:spcPct val="100000"/>
              </a:lnSpc>
              <a:spcBef>
                <a:spcPts val="360"/>
              </a:spcBef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High Failure Rate in </a:t>
            </a:r>
            <a:r>
              <a:rPr b="0" lang="en-US" sz="4400" spc="-1" strike="noStrike">
                <a:solidFill>
                  <a:srgbClr val="ff0000"/>
                </a:solidFill>
                <a:latin typeface="Sabon Next LT"/>
              </a:rPr>
              <a:t>Continuous</a:t>
            </a: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 Tools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23EFBD8-E229-4179-A9A7-ACA7C51DB6FD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ftr" idx="34"/>
          </p:nvPr>
        </p:nvSpPr>
        <p:spPr>
          <a:xfrm>
            <a:off x="797040" y="638640"/>
            <a:ext cx="101350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914400">
              <a:lnSpc>
                <a:spcPct val="100000"/>
              </a:lnSpc>
              <a:spcBef>
                <a:spcPts val="360"/>
              </a:spcBef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High Failure Rate with </a:t>
            </a:r>
            <a:r>
              <a:rPr b="0" lang="en-US" sz="4400" spc="-1" strike="noStrike">
                <a:solidFill>
                  <a:srgbClr val="ff0000"/>
                </a:solidFill>
                <a:latin typeface="Sabon Next LT"/>
              </a:rPr>
              <a:t>High</a:t>
            </a: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 Temperature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Content Placeholder 2"/>
          <p:cNvSpPr/>
          <p:nvPr/>
        </p:nvSpPr>
        <p:spPr>
          <a:xfrm>
            <a:off x="1668960" y="1976760"/>
            <a:ext cx="10087200" cy="44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3200" spc="-1" strike="noStrike">
              <a:solidFill>
                <a:schemeClr val="accent6"/>
              </a:solidFill>
              <a:latin typeface="Sabon Next LT"/>
            </a:endParaRPr>
          </a:p>
        </p:txBody>
      </p:sp>
      <p:pic>
        <p:nvPicPr>
          <p:cNvPr id="242" name="Picture 2" descr=""/>
          <p:cNvPicPr/>
          <p:nvPr/>
        </p:nvPicPr>
        <p:blipFill>
          <a:blip r:embed="rId1"/>
          <a:stretch/>
        </p:blipFill>
        <p:spPr>
          <a:xfrm>
            <a:off x="1359720" y="1334520"/>
            <a:ext cx="9572400" cy="51908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E9E16BD-7C11-4246-9D5F-A21CAB855DF4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ontent Placeholder 2"/>
          <p:cNvSpPr/>
          <p:nvPr/>
        </p:nvSpPr>
        <p:spPr>
          <a:xfrm>
            <a:off x="1668960" y="1976760"/>
            <a:ext cx="10087200" cy="44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3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44" name="Content Placeholder 2"/>
          <p:cNvSpPr/>
          <p:nvPr/>
        </p:nvSpPr>
        <p:spPr>
          <a:xfrm>
            <a:off x="1417320" y="1795320"/>
            <a:ext cx="10087200" cy="44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Fact: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Failure Rate Dramatically Increase after 310 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Potential Solution: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Set Working Temperature Alarm (</a:t>
            </a:r>
            <a:r>
              <a:rPr b="0" lang="en-US" sz="3200" spc="-1" strike="noStrike">
                <a:solidFill>
                  <a:srgbClr val="ff0000"/>
                </a:solidFill>
                <a:latin typeface="Sabon Next LT"/>
              </a:rPr>
              <a:t>Above 310K</a:t>
            </a: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Control Air Temperature (A/C, fan)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1"/>
          <p:cNvSpPr>
            <a:spLocks noGrp="1"/>
          </p:cNvSpPr>
          <p:nvPr>
            <p:ph type="ftr" idx="35"/>
          </p:nvPr>
        </p:nvSpPr>
        <p:spPr>
          <a:xfrm>
            <a:off x="797040" y="638640"/>
            <a:ext cx="101350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914400">
              <a:lnSpc>
                <a:spcPct val="100000"/>
              </a:lnSpc>
              <a:spcBef>
                <a:spcPts val="360"/>
              </a:spcBef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High Failure Rate with </a:t>
            </a:r>
            <a:r>
              <a:rPr b="0" lang="en-US" sz="4400" spc="-1" strike="noStrike">
                <a:solidFill>
                  <a:srgbClr val="ff0000"/>
                </a:solidFill>
                <a:latin typeface="Sabon Next LT"/>
              </a:rPr>
              <a:t>High</a:t>
            </a: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 Temperature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288205D-6313-4C4A-AB38-6BB2EF774FAF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ftr" idx="36"/>
          </p:nvPr>
        </p:nvSpPr>
        <p:spPr>
          <a:xfrm>
            <a:off x="797040" y="638640"/>
            <a:ext cx="101350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914400">
              <a:lnSpc>
                <a:spcPct val="100000"/>
              </a:lnSpc>
              <a:spcBef>
                <a:spcPts val="360"/>
              </a:spcBef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Gradient Boosting Classifier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Content Placeholder 2"/>
          <p:cNvSpPr/>
          <p:nvPr/>
        </p:nvSpPr>
        <p:spPr>
          <a:xfrm>
            <a:off x="1668960" y="1976760"/>
            <a:ext cx="10087200" cy="44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3200" spc="-1" strike="noStrike">
              <a:solidFill>
                <a:schemeClr val="accent6"/>
              </a:solidFill>
              <a:latin typeface="Sabon Next LT"/>
            </a:endParaRPr>
          </a:p>
        </p:txBody>
      </p:sp>
      <p:pic>
        <p:nvPicPr>
          <p:cNvPr id="248" name="Picture 4" descr=""/>
          <p:cNvPicPr/>
          <p:nvPr/>
        </p:nvPicPr>
        <p:blipFill>
          <a:blip r:embed="rId1"/>
          <a:stretch/>
        </p:blipFill>
        <p:spPr>
          <a:xfrm>
            <a:off x="695520" y="1334520"/>
            <a:ext cx="6686280" cy="5209920"/>
          </a:xfrm>
          <a:prstGeom prst="rect">
            <a:avLst/>
          </a:prstGeom>
          <a:ln w="0">
            <a:noFill/>
          </a:ln>
        </p:spPr>
      </p:pic>
      <p:sp>
        <p:nvSpPr>
          <p:cNvPr id="249" name="Rectangle 6"/>
          <p:cNvSpPr/>
          <p:nvPr/>
        </p:nvSpPr>
        <p:spPr>
          <a:xfrm>
            <a:off x="7381800" y="1381320"/>
            <a:ext cx="3572280" cy="4423680"/>
          </a:xfrm>
          <a:prstGeom prst="rect">
            <a:avLst/>
          </a:prstGeom>
          <a:solidFill>
            <a:srgbClr val="fdfaf6"/>
          </a:solidFill>
          <a:ln>
            <a:solidFill>
              <a:srgbClr val="1f2c8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Accuracy: 0.9815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Precision (Class 1): 0.57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Recall (Class 1): 0.21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F1-score (Class 1): 0.30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Sabon Next LT"/>
              </a:rPr>
              <a:t>ROC AUC Score: 0.916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AE086A7-17FA-4F16-B4C2-C7559CC7E7BB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ftr" idx="37"/>
          </p:nvPr>
        </p:nvSpPr>
        <p:spPr>
          <a:xfrm>
            <a:off x="797040" y="638640"/>
            <a:ext cx="1013508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914400">
              <a:lnSpc>
                <a:spcPct val="100000"/>
              </a:lnSpc>
              <a:spcBef>
                <a:spcPts val="360"/>
              </a:spcBef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Gradient Boosting Classifier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Content Placeholder 2"/>
          <p:cNvSpPr/>
          <p:nvPr/>
        </p:nvSpPr>
        <p:spPr>
          <a:xfrm>
            <a:off x="1668960" y="1976760"/>
            <a:ext cx="10087200" cy="44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3200" spc="-1" strike="noStrike">
              <a:solidFill>
                <a:schemeClr val="accent6"/>
              </a:solidFill>
              <a:latin typeface="Sabon Next LT"/>
            </a:endParaRPr>
          </a:p>
        </p:txBody>
      </p:sp>
      <p:sp>
        <p:nvSpPr>
          <p:cNvPr id="252" name="Content Placeholder 2"/>
          <p:cNvSpPr/>
          <p:nvPr/>
        </p:nvSpPr>
        <p:spPr>
          <a:xfrm>
            <a:off x="984240" y="1795320"/>
            <a:ext cx="10087200" cy="44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7400" indent="-347400" defTabSz="914400">
              <a:lnSpc>
                <a:spcPct val="2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Implement the model in maintenance process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0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Continuously collect new data and retrain the model periodically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60"/>
              </a:spcBef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EC9FFB4-3C2C-48A0-816C-F2AAEB6C947D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ftr" idx="38"/>
          </p:nvPr>
        </p:nvSpPr>
        <p:spPr>
          <a:xfrm>
            <a:off x="1071360" y="488880"/>
            <a:ext cx="673236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The Actions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Content Placeholder 2"/>
          <p:cNvSpPr/>
          <p:nvPr/>
        </p:nvSpPr>
        <p:spPr>
          <a:xfrm>
            <a:off x="562320" y="1231920"/>
            <a:ext cx="11334240" cy="48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accent6"/>
                </a:solidFill>
                <a:latin typeface="Sabon Next LT"/>
              </a:rPr>
              <a:t>Engineering Department: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852840" indent="-51444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 Black"/>
              <a:buAutoNum type="arabicPeriod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Change Tools more frequently (Every </a:t>
            </a:r>
            <a:r>
              <a:rPr b="0" lang="en-US" sz="2800" spc="-1" strike="noStrike">
                <a:solidFill>
                  <a:srgbClr val="ff0000"/>
                </a:solidFill>
                <a:latin typeface="Sabon Next LT"/>
              </a:rPr>
              <a:t>180</a:t>
            </a: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 minutes)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52840" indent="-51444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 Black"/>
              <a:buAutoNum type="arabicPeriod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Upgrade Tools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52840" indent="-51444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 Black"/>
              <a:buAutoNum type="arabicPeriod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Troubleshoot with </a:t>
            </a:r>
            <a:r>
              <a:rPr b="0" lang="en-US" sz="2800" spc="-1" strike="noStrike">
                <a:solidFill>
                  <a:srgbClr val="ff0000"/>
                </a:solidFill>
                <a:latin typeface="Sabon Next LT"/>
              </a:rPr>
              <a:t>Operators</a:t>
            </a: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 who was working during tools with High Failure Rate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52840" indent="-51444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 Black"/>
              <a:buAutoNum type="arabicPeriod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Set Working Temperature </a:t>
            </a:r>
            <a:r>
              <a:rPr b="0" lang="en-US" sz="2800" spc="-1" strike="noStrike">
                <a:solidFill>
                  <a:srgbClr val="ff0000"/>
                </a:solidFill>
                <a:latin typeface="Sabon Next LT"/>
              </a:rPr>
              <a:t>Alarm</a:t>
            </a: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 (Above 310K)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52840" indent="-51444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 Black"/>
              <a:buAutoNum type="arabicPeriod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Control Air Temperature (</a:t>
            </a:r>
            <a:r>
              <a:rPr b="0" lang="en-US" sz="2800" spc="-1" strike="noStrike">
                <a:solidFill>
                  <a:srgbClr val="ff0000"/>
                </a:solidFill>
                <a:latin typeface="Sabon Next LT"/>
              </a:rPr>
              <a:t>A/C, fan</a:t>
            </a: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60"/>
              </a:spcBef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E68F786-FEC0-4F6D-B059-277446766460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ftr" idx="39"/>
          </p:nvPr>
        </p:nvSpPr>
        <p:spPr>
          <a:xfrm>
            <a:off x="1071360" y="488880"/>
            <a:ext cx="6732360" cy="5140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4400" spc="-1" strike="noStrike">
                <a:solidFill>
                  <a:schemeClr val="accent6"/>
                </a:solidFill>
                <a:latin typeface="Sabon Next L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6"/>
                </a:solidFill>
                <a:latin typeface="Sabon Next LT"/>
              </a:rPr>
              <a:t>The Actions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Content Placeholder 2"/>
          <p:cNvSpPr/>
          <p:nvPr/>
        </p:nvSpPr>
        <p:spPr>
          <a:xfrm>
            <a:off x="562320" y="1231920"/>
            <a:ext cx="11334240" cy="48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accent6"/>
                </a:solidFill>
                <a:latin typeface="Sabon Next LT"/>
              </a:rPr>
              <a:t>Purchasing Department</a:t>
            </a:r>
            <a:r>
              <a:rPr b="0" lang="en-US" sz="3200" spc="-1" strike="noStrike">
                <a:solidFill>
                  <a:schemeClr val="accent6"/>
                </a:solidFill>
                <a:latin typeface="Sabon Next LT"/>
              </a:rPr>
              <a:t>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52840" indent="-51444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 Black"/>
              <a:buAutoNum type="arabicPeriod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Report tool orders with high failure rate to </a:t>
            </a:r>
            <a:r>
              <a:rPr b="0" lang="en-US" sz="2800" spc="-1" strike="noStrike">
                <a:solidFill>
                  <a:srgbClr val="ff0000"/>
                </a:solidFill>
                <a:latin typeface="Sabon Next LT"/>
              </a:rPr>
              <a:t>Suppliers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7400" indent="-34740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"/>
              <a:buChar char="•"/>
            </a:pPr>
            <a:r>
              <a:rPr b="0" lang="en-US" sz="3600" spc="-1" strike="noStrike">
                <a:solidFill>
                  <a:schemeClr val="accent6"/>
                </a:solidFill>
                <a:latin typeface="Sabon Next LT"/>
              </a:rPr>
              <a:t>Data Department: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852840" indent="-51444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 Black"/>
              <a:buAutoNum type="arabicPeriod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Implement the Gradient Boosting Classifier in maintenance process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52840" indent="-514440" defTabSz="914400">
              <a:lnSpc>
                <a:spcPct val="150000"/>
              </a:lnSpc>
              <a:spcBef>
                <a:spcPts val="360"/>
              </a:spcBef>
              <a:buClr>
                <a:srgbClr val="1f2c8f"/>
              </a:buClr>
              <a:buFont typeface="Arial Black"/>
              <a:buAutoNum type="arabicPeriod"/>
            </a:pPr>
            <a:r>
              <a:rPr b="0" lang="en-US" sz="2800" spc="-1" strike="noStrike">
                <a:solidFill>
                  <a:schemeClr val="accent6"/>
                </a:solidFill>
                <a:latin typeface="Sabon Next LT"/>
              </a:rPr>
              <a:t>Continuously collect new data and retrain the model periodically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60"/>
              </a:spcBef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360"/>
              </a:spcBef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60"/>
              </a:spcBef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452BAFE-C4DA-4AD4-AED4-CA928241DC1C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1527120" y="327960"/>
            <a:ext cx="4550400" cy="245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b">
            <a:noAutofit/>
          </a:bodyPr>
          <a:p>
            <a:pPr indent="0" defTabSz="914400">
              <a:lnSpc>
                <a:spcPts val="4876"/>
              </a:lnSpc>
              <a:buNone/>
            </a:pPr>
            <a:r>
              <a:rPr b="1" lang="en-US" sz="4400" spc="-1" strike="noStrike" cap="all">
                <a:solidFill>
                  <a:schemeClr val="accent6"/>
                </a:solidFill>
                <a:latin typeface="Arial Black"/>
              </a:rPr>
              <a:t>THANK YOU </a:t>
            </a:r>
            <a:endParaRPr b="0" lang="en-US" sz="4400" spc="-1" strike="noStrike">
              <a:solidFill>
                <a:schemeClr val="dk1"/>
              </a:solidFill>
              <a:latin typeface="Sabon Next LT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subTitle"/>
          </p:nvPr>
        </p:nvSpPr>
        <p:spPr>
          <a:xfrm>
            <a:off x="1545480" y="2846880"/>
            <a:ext cx="4550400" cy="23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rmAutofit/>
          </a:bodyPr>
          <a:p>
            <a:pPr indent="0" defTabSz="914400">
              <a:lnSpc>
                <a:spcPct val="100000"/>
              </a:lnSpc>
              <a:spcBef>
                <a:spcPts val="575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Dallen Huang​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575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dallenwill@hotmail.com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575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Sabon Next LT"/>
              </a:rPr>
              <a:t>2023-10-08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 pitchFamily="0" charset="1"/>
        <a:ea typeface=""/>
        <a:cs typeface=""/>
      </a:majorFont>
      <a:minorFont>
        <a:latin typeface="Sabon Next L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D6F65D-59DB-459C-812A-E954DE5F05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D542F6-3184-4387-BE39-8DA735EB5504}">
  <ds:schemaRefs>
    <ds:schemaRef ds:uri="71af3243-3dd4-4a8d-8c0d-dd76da1f02a5"/>
    <ds:schemaRef ds:uri="http://purl.org/dc/dcmitype/"/>
    <ds:schemaRef ds:uri="http://schemas.microsoft.com/office/infopath/2007/PartnerControls"/>
    <ds:schemaRef ds:uri="16c05727-aa75-4e4a-9b5f-8a80a1165891"/>
    <ds:schemaRef ds:uri="http://www.w3.org/XML/1998/namespace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sharepoint/v3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117FA41-AE03-4A0A-A9B0-817CABD0947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{F66C5404-FFD5-426C-83DB-77FAF5A2B8E5}tf78438558_win32</Template>
  <TotalTime>273</TotalTime>
  <Application>LibreOffice/24.2.7.2$Linux_X86_64 LibreOffice_project/420$Build-2</Application>
  <AppVersion>15.0000</AppVersion>
  <Words>300</Words>
  <Paragraphs>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2023-10-07T01:01:47Z</dcterms:created>
  <dc:creator>Dallen Huang</dc:creator>
  <dc:description/>
  <dc:language>en-US</dc:language>
  <cp:lastModifiedBy/>
  <dcterms:modified xsi:type="dcterms:W3CDTF">2026-04-08T23:58:34Z</dcterms:modified>
  <cp:revision>7</cp:revision>
  <dc:subject/>
  <dc:title>PRESENTATION TITLE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Notes">
    <vt:i4>1</vt:i4>
  </property>
  <property fmtid="{D5CDD505-2E9C-101B-9397-08002B2CF9AE}" pid="5" name="PresentationFormat">
    <vt:lpwstr>Widescreen</vt:lpwstr>
  </property>
  <property fmtid="{D5CDD505-2E9C-101B-9397-08002B2CF9AE}" pid="6" name="Slides">
    <vt:i4>13</vt:i4>
  </property>
</Properties>
</file>